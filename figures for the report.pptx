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ART" id="{30FFC637-B887-44CB-91E1-1FF443C3F14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524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150F353C-EE10-7B2B-4363-B1CD22571B15}"/>
              </a:ext>
            </a:extLst>
          </p:cNvPr>
          <p:cNvGrpSpPr/>
          <p:nvPr/>
        </p:nvGrpSpPr>
        <p:grpSpPr>
          <a:xfrm>
            <a:off x="7230775" y="183147"/>
            <a:ext cx="3780647" cy="6491705"/>
            <a:chOff x="7357775" y="582194"/>
            <a:chExt cx="3780647" cy="6491705"/>
          </a:xfrm>
        </p:grpSpPr>
        <p:grpSp>
          <p:nvGrpSpPr>
            <p:cNvPr id="1058" name="Group 1057">
              <a:extLst>
                <a:ext uri="{FF2B5EF4-FFF2-40B4-BE49-F238E27FC236}">
                  <a16:creationId xmlns:a16="http://schemas.microsoft.com/office/drawing/2014/main" id="{0694CB7F-477A-8BD1-4BB5-8DA6EB583CB2}"/>
                </a:ext>
              </a:extLst>
            </p:cNvPr>
            <p:cNvGrpSpPr/>
            <p:nvPr/>
          </p:nvGrpSpPr>
          <p:grpSpPr>
            <a:xfrm>
              <a:off x="7357775" y="582194"/>
              <a:ext cx="3780647" cy="6491705"/>
              <a:chOff x="7357775" y="582194"/>
              <a:chExt cx="3780647" cy="6491705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B9724B3C-AD1F-189F-1EBE-6BC046D2AF97}"/>
                  </a:ext>
                </a:extLst>
              </p:cNvPr>
              <p:cNvSpPr/>
              <p:nvPr/>
            </p:nvSpPr>
            <p:spPr>
              <a:xfrm>
                <a:off x="7357775" y="582194"/>
                <a:ext cx="3780647" cy="6491705"/>
              </a:xfrm>
              <a:prstGeom prst="roundRect">
                <a:avLst>
                  <a:gd name="adj" fmla="val 548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D73322-2BB7-F902-2035-41237FE71CFD}"/>
                  </a:ext>
                </a:extLst>
              </p:cNvPr>
              <p:cNvSpPr txBox="1"/>
              <p:nvPr/>
            </p:nvSpPr>
            <p:spPr>
              <a:xfrm>
                <a:off x="9719721" y="734001"/>
                <a:ext cx="14119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PC (Python)</a:t>
                </a:r>
                <a:endParaRPr lang="en-SE" b="1" dirty="0"/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B507579-9C6E-3BB1-DCA2-CC92A9202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3638" y="1080084"/>
              <a:ext cx="1751693" cy="1751693"/>
            </a:xfrm>
            <a:prstGeom prst="rect">
              <a:avLst/>
            </a:prstGeom>
          </p:spPr>
        </p:pic>
      </p:grp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B3D0B16F-2F8D-292B-5571-0760DFC6F334}"/>
              </a:ext>
            </a:extLst>
          </p:cNvPr>
          <p:cNvGrpSpPr/>
          <p:nvPr/>
        </p:nvGrpSpPr>
        <p:grpSpPr>
          <a:xfrm>
            <a:off x="1164653" y="183147"/>
            <a:ext cx="3780647" cy="6491705"/>
            <a:chOff x="1291653" y="582194"/>
            <a:chExt cx="3780647" cy="6491705"/>
          </a:xfrm>
        </p:grpSpPr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D3503FB3-CDB7-21A4-301E-776D583D5CD4}"/>
                </a:ext>
              </a:extLst>
            </p:cNvPr>
            <p:cNvGrpSpPr/>
            <p:nvPr/>
          </p:nvGrpSpPr>
          <p:grpSpPr>
            <a:xfrm>
              <a:off x="1291653" y="582194"/>
              <a:ext cx="3780647" cy="6491705"/>
              <a:chOff x="1291653" y="582194"/>
              <a:chExt cx="3780647" cy="6491705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5661901-5CBF-13A5-5F3B-C84620390A3B}"/>
                  </a:ext>
                </a:extLst>
              </p:cNvPr>
              <p:cNvSpPr/>
              <p:nvPr/>
            </p:nvSpPr>
            <p:spPr>
              <a:xfrm>
                <a:off x="1291653" y="582194"/>
                <a:ext cx="3780647" cy="6491705"/>
              </a:xfrm>
              <a:prstGeom prst="roundRect">
                <a:avLst>
                  <a:gd name="adj" fmla="val 5384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A5AABA-26A5-0348-5C77-13669E607939}"/>
                  </a:ext>
                </a:extLst>
              </p:cNvPr>
              <p:cNvSpPr txBox="1"/>
              <p:nvPr/>
            </p:nvSpPr>
            <p:spPr>
              <a:xfrm>
                <a:off x="1495119" y="710946"/>
                <a:ext cx="13241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STM32 (C)</a:t>
                </a:r>
                <a:endParaRPr lang="en-SE" b="1" dirty="0"/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158535-CD4A-F3D8-4B92-F981359FB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71" t="11195" r="12131" b="10189"/>
            <a:stretch>
              <a:fillRect/>
            </a:stretch>
          </p:blipFill>
          <p:spPr>
            <a:xfrm>
              <a:off x="2310788" y="1276256"/>
              <a:ext cx="1412706" cy="1306126"/>
            </a:xfrm>
            <a:prstGeom prst="rect">
              <a:avLst/>
            </a:prstGeom>
          </p:spPr>
        </p:pic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8DEC39C4-70FE-F168-55D1-69F568BDC02B}"/>
              </a:ext>
            </a:extLst>
          </p:cNvPr>
          <p:cNvGrpSpPr/>
          <p:nvPr/>
        </p:nvGrpSpPr>
        <p:grpSpPr>
          <a:xfrm>
            <a:off x="3921637" y="2571595"/>
            <a:ext cx="4288358" cy="3725490"/>
            <a:chOff x="4005362" y="2701383"/>
            <a:chExt cx="4288358" cy="372549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CEDDF3A-8EF1-7CE2-47EF-E2C1438E1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1" t="15934" r="73998" b="18084"/>
            <a:stretch>
              <a:fillRect/>
            </a:stretch>
          </p:blipFill>
          <p:spPr>
            <a:xfrm>
              <a:off x="7508010" y="3733510"/>
              <a:ext cx="489368" cy="47624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65E1EBB-E201-B7E6-4A29-3E1A1DDD3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t="20431" r="52219" b="16061"/>
            <a:stretch>
              <a:fillRect/>
            </a:stretch>
          </p:blipFill>
          <p:spPr>
            <a:xfrm>
              <a:off x="4005362" y="2830864"/>
              <a:ext cx="489367" cy="48862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873FFB-7E72-2096-A952-529737A9B265}"/>
                </a:ext>
              </a:extLst>
            </p:cNvPr>
            <p:cNvSpPr txBox="1"/>
            <p:nvPr/>
          </p:nvSpPr>
          <p:spPr>
            <a:xfrm>
              <a:off x="4718121" y="2701383"/>
              <a:ext cx="2584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Request Data (N)</a:t>
              </a:r>
              <a:endParaRPr lang="en-SE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C44C0-D339-25A4-486B-ADAAD7B7D223}"/>
                </a:ext>
              </a:extLst>
            </p:cNvPr>
            <p:cNvSpPr txBox="1"/>
            <p:nvPr/>
          </p:nvSpPr>
          <p:spPr>
            <a:xfrm>
              <a:off x="4718121" y="3609128"/>
              <a:ext cx="2584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Data (N)</a:t>
              </a:r>
              <a:endParaRPr lang="en-SE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590452-F1CA-E45C-D487-2881827219B1}"/>
                </a:ext>
              </a:extLst>
            </p:cNvPr>
            <p:cNvSpPr txBox="1"/>
            <p:nvPr/>
          </p:nvSpPr>
          <p:spPr>
            <a:xfrm>
              <a:off x="4718121" y="4523527"/>
              <a:ext cx="2584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</a:t>
              </a:r>
              <a:r>
                <a:rPr lang="en-US" altLang="zh-CN" b="1" dirty="0"/>
                <a:t>cknowledgement (N)</a:t>
              </a:r>
              <a:endParaRPr lang="en-SE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C88AEF-55A7-8A95-573A-B1CE31292052}"/>
                </a:ext>
              </a:extLst>
            </p:cNvPr>
            <p:cNvSpPr txBox="1"/>
            <p:nvPr/>
          </p:nvSpPr>
          <p:spPr>
            <a:xfrm>
              <a:off x="4718121" y="5321764"/>
              <a:ext cx="2584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Results (N)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C982CD-C6B0-F50B-855B-3DDCBE6C0578}"/>
                </a:ext>
              </a:extLst>
            </p:cNvPr>
            <p:cNvSpPr txBox="1"/>
            <p:nvPr/>
          </p:nvSpPr>
          <p:spPr>
            <a:xfrm>
              <a:off x="7804352" y="3800449"/>
              <a:ext cx="489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E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C7444F6-E61F-DD30-6FAC-E689B49BB033}"/>
                </a:ext>
              </a:extLst>
            </p:cNvPr>
            <p:cNvGrpSpPr/>
            <p:nvPr/>
          </p:nvGrpSpPr>
          <p:grpSpPr>
            <a:xfrm>
              <a:off x="4198481" y="3070715"/>
              <a:ext cx="3624174" cy="3356158"/>
              <a:chOff x="3114832" y="3070715"/>
              <a:chExt cx="5475204" cy="3356158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FC9C076-30CE-5349-7CC6-A2F344739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4899" y="3070715"/>
                <a:ext cx="5365137" cy="0"/>
              </a:xfrm>
              <a:prstGeom prst="straightConnector1">
                <a:avLst/>
              </a:prstGeom>
              <a:ln w="50800" cap="rnd">
                <a:solidFill>
                  <a:schemeClr val="tx1"/>
                </a:solidFill>
                <a:headEnd type="oval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C4FDF88B-5F0F-4C66-8525-39F9422D45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4832" y="3985115"/>
                <a:ext cx="5365137" cy="0"/>
              </a:xfrm>
              <a:prstGeom prst="straightConnector1">
                <a:avLst/>
              </a:prstGeom>
              <a:ln w="50800" cap="rnd">
                <a:solidFill>
                  <a:schemeClr val="tx1"/>
                </a:solidFill>
                <a:headEnd type="arrow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7C5DE9F-B5EC-20DA-D82E-5E5DE0826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4899" y="4892859"/>
                <a:ext cx="5365137" cy="0"/>
              </a:xfrm>
              <a:prstGeom prst="straightConnector1">
                <a:avLst/>
              </a:prstGeom>
              <a:ln w="50800" cap="rnd">
                <a:solidFill>
                  <a:schemeClr val="tx1"/>
                </a:solidFill>
                <a:headEnd type="oval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C2F09FA-36FE-DFB3-AB99-02C793919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4899" y="5691096"/>
                <a:ext cx="5365137" cy="0"/>
              </a:xfrm>
              <a:prstGeom prst="straightConnector1">
                <a:avLst/>
              </a:prstGeom>
              <a:ln w="50800" cap="rnd">
                <a:solidFill>
                  <a:schemeClr val="tx1"/>
                </a:solidFill>
                <a:headEnd type="oval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891150C-0B70-C8A7-9211-678ADD275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4899" y="6426873"/>
                <a:ext cx="5365137" cy="0"/>
              </a:xfrm>
              <a:prstGeom prst="straightConnector1">
                <a:avLst/>
              </a:prstGeom>
              <a:ln w="50800" cap="rnd">
                <a:solidFill>
                  <a:schemeClr val="tx1"/>
                </a:solidFill>
                <a:headEnd type="oval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80EF1A-0980-ECDC-5F99-57FAAEAE782B}"/>
                </a:ext>
              </a:extLst>
            </p:cNvPr>
            <p:cNvSpPr txBox="1"/>
            <p:nvPr/>
          </p:nvSpPr>
          <p:spPr>
            <a:xfrm>
              <a:off x="4718121" y="6057541"/>
              <a:ext cx="2584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Request Data (N+1)</a:t>
              </a:r>
              <a:endParaRPr lang="en-SE" b="1" dirty="0"/>
            </a:p>
          </p:txBody>
        </p: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C268BBC5-937A-A17E-1E91-27F9FAFBDCA5}"/>
              </a:ext>
            </a:extLst>
          </p:cNvPr>
          <p:cNvGrpSpPr/>
          <p:nvPr/>
        </p:nvGrpSpPr>
        <p:grpSpPr>
          <a:xfrm>
            <a:off x="1115854" y="2986650"/>
            <a:ext cx="2528062" cy="2604886"/>
            <a:chOff x="1501185" y="2902728"/>
            <a:chExt cx="2528062" cy="260488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E59B1B-0BC0-4505-7FB3-77EF9F2B19C9}"/>
                </a:ext>
              </a:extLst>
            </p:cNvPr>
            <p:cNvSpPr txBox="1"/>
            <p:nvPr/>
          </p:nvSpPr>
          <p:spPr>
            <a:xfrm>
              <a:off x="1501185" y="4236981"/>
              <a:ext cx="14127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/>
                <a:t>Data arrives</a:t>
              </a:r>
            </a:p>
            <a:p>
              <a:pPr algn="r"/>
              <a:r>
                <a:rPr lang="en-US" sz="1600" dirty="0"/>
                <a:t>Send ACK</a:t>
              </a:r>
              <a:endParaRPr lang="en-SE" sz="1600" dirty="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0614A0AD-B14E-A7AE-2C45-EFE2921776AE}"/>
                </a:ext>
              </a:extLst>
            </p:cNvPr>
            <p:cNvSpPr/>
            <p:nvPr/>
          </p:nvSpPr>
          <p:spPr>
            <a:xfrm rot="492618">
              <a:off x="2110297" y="2902728"/>
              <a:ext cx="914400" cy="906479"/>
            </a:xfrm>
            <a:prstGeom prst="arc">
              <a:avLst>
                <a:gd name="adj1" fmla="val 5975532"/>
                <a:gd name="adj2" fmla="val 619383"/>
              </a:avLst>
            </a:prstGeom>
            <a:ln w="1905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DDCE92AC-7DBC-7B3A-42AA-3D5BD14A8B32}"/>
                </a:ext>
              </a:extLst>
            </p:cNvPr>
            <p:cNvSpPr/>
            <p:nvPr/>
          </p:nvSpPr>
          <p:spPr>
            <a:xfrm>
              <a:off x="2418386" y="3500804"/>
              <a:ext cx="987931" cy="488625"/>
            </a:xfrm>
            <a:prstGeom prst="roundRect">
              <a:avLst>
                <a:gd name="adj" fmla="val 270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</a:t>
              </a:r>
              <a:endParaRPr lang="en-SE" dirty="0">
                <a:solidFill>
                  <a:schemeClr val="bg1"/>
                </a:solidFill>
              </a:endParaRP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B9748337-E070-B16D-7420-090FA563F096}"/>
                </a:ext>
              </a:extLst>
            </p:cNvPr>
            <p:cNvSpPr txBox="1"/>
            <p:nvPr/>
          </p:nvSpPr>
          <p:spPr>
            <a:xfrm>
              <a:off x="1877307" y="3133456"/>
              <a:ext cx="1412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No Data</a:t>
              </a:r>
              <a:endParaRPr lang="en-SE" sz="1600" dirty="0"/>
            </a:p>
          </p:txBody>
        </p:sp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6DB5E0D2-6B90-AFC1-8E6E-B7F7DA824411}"/>
                </a:ext>
              </a:extLst>
            </p:cNvPr>
            <p:cNvSpPr/>
            <p:nvPr/>
          </p:nvSpPr>
          <p:spPr>
            <a:xfrm>
              <a:off x="2418386" y="5018989"/>
              <a:ext cx="987931" cy="488625"/>
            </a:xfrm>
            <a:prstGeom prst="roundRect">
              <a:avLst>
                <a:gd name="adj" fmla="val 270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US" altLang="zh-CN" dirty="0">
                  <a:solidFill>
                    <a:schemeClr val="bg1"/>
                  </a:solidFill>
                </a:rPr>
                <a:t>rain</a:t>
              </a:r>
              <a:endParaRPr lang="en-SE" dirty="0">
                <a:solidFill>
                  <a:schemeClr val="bg1"/>
                </a:solidFill>
              </a:endParaRPr>
            </a:p>
          </p:txBody>
        </p:sp>
        <p:cxnSp>
          <p:nvCxnSpPr>
            <p:cNvPr id="1028" name="Straight Arrow Connector 1027">
              <a:extLst>
                <a:ext uri="{FF2B5EF4-FFF2-40B4-BE49-F238E27FC236}">
                  <a16:creationId xmlns:a16="http://schemas.microsoft.com/office/drawing/2014/main" id="{911E56CB-D1E4-9A54-7B01-1E824B5B8414}"/>
                </a:ext>
              </a:extLst>
            </p:cNvPr>
            <p:cNvCxnSpPr>
              <a:cxnSpLocks/>
              <a:stCxn id="58" idx="2"/>
              <a:endCxn id="1025" idx="0"/>
            </p:cNvCxnSpPr>
            <p:nvPr/>
          </p:nvCxnSpPr>
          <p:spPr>
            <a:xfrm>
              <a:off x="2912352" y="3989429"/>
              <a:ext cx="0" cy="10295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Arc 1034">
              <a:extLst>
                <a:ext uri="{FF2B5EF4-FFF2-40B4-BE49-F238E27FC236}">
                  <a16:creationId xmlns:a16="http://schemas.microsoft.com/office/drawing/2014/main" id="{8C0B148C-1073-4733-C70B-CB5B95BA004C}"/>
                </a:ext>
              </a:extLst>
            </p:cNvPr>
            <p:cNvSpPr/>
            <p:nvPr/>
          </p:nvSpPr>
          <p:spPr>
            <a:xfrm rot="10800000">
              <a:off x="2823163" y="3803645"/>
              <a:ext cx="1180674" cy="1448394"/>
            </a:xfrm>
            <a:prstGeom prst="arc">
              <a:avLst>
                <a:gd name="adj1" fmla="val 5344677"/>
                <a:gd name="adj2" fmla="val 16280334"/>
              </a:avLst>
            </a:prstGeom>
            <a:ln w="1905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C925639F-1F2D-DBC3-0670-6BB232815678}"/>
                </a:ext>
              </a:extLst>
            </p:cNvPr>
            <p:cNvSpPr txBox="1"/>
            <p:nvPr/>
          </p:nvSpPr>
          <p:spPr>
            <a:xfrm>
              <a:off x="3184988" y="4216581"/>
              <a:ext cx="8442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/>
                <a:t>Send</a:t>
              </a:r>
            </a:p>
            <a:p>
              <a:pPr algn="r"/>
              <a:r>
                <a:rPr lang="en-US" altLang="zh-CN" sz="1600" dirty="0"/>
                <a:t>results</a:t>
              </a:r>
              <a:endParaRPr lang="en-SE" sz="1600" dirty="0"/>
            </a:p>
          </p:txBody>
        </p: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A27F1D22-A537-2F22-3B3A-0A6B69DD0D57}"/>
              </a:ext>
            </a:extLst>
          </p:cNvPr>
          <p:cNvGrpSpPr/>
          <p:nvPr/>
        </p:nvGrpSpPr>
        <p:grpSpPr>
          <a:xfrm>
            <a:off x="7831035" y="2880936"/>
            <a:ext cx="2870774" cy="3394937"/>
            <a:chOff x="7995224" y="2905528"/>
            <a:chExt cx="2870774" cy="3394937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8CA0F35E-12C5-0BE6-B50F-5DD986D19E46}"/>
                </a:ext>
              </a:extLst>
            </p:cNvPr>
            <p:cNvSpPr txBox="1"/>
            <p:nvPr/>
          </p:nvSpPr>
          <p:spPr>
            <a:xfrm>
              <a:off x="7995224" y="4354055"/>
              <a:ext cx="14127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/>
                <a:t>REQ arrives</a:t>
              </a:r>
            </a:p>
            <a:p>
              <a:pPr algn="r"/>
              <a:r>
                <a:rPr lang="en-US" sz="1600" dirty="0"/>
                <a:t>Send DATA</a:t>
              </a:r>
              <a:endParaRPr lang="en-SE" sz="1600" dirty="0"/>
            </a:p>
          </p:txBody>
        </p:sp>
        <p:sp>
          <p:nvSpPr>
            <p:cNvPr id="1043" name="Arc 1042">
              <a:extLst>
                <a:ext uri="{FF2B5EF4-FFF2-40B4-BE49-F238E27FC236}">
                  <a16:creationId xmlns:a16="http://schemas.microsoft.com/office/drawing/2014/main" id="{04EB1071-ADDB-EAE4-BDD7-95FE0CEA0F62}"/>
                </a:ext>
              </a:extLst>
            </p:cNvPr>
            <p:cNvSpPr/>
            <p:nvPr/>
          </p:nvSpPr>
          <p:spPr>
            <a:xfrm rot="492618">
              <a:off x="8933571" y="2905528"/>
              <a:ext cx="914400" cy="906479"/>
            </a:xfrm>
            <a:prstGeom prst="arc">
              <a:avLst>
                <a:gd name="adj1" fmla="val 5975532"/>
                <a:gd name="adj2" fmla="val 619383"/>
              </a:avLst>
            </a:prstGeom>
            <a:ln w="1905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859E8239-E398-C42B-FE64-F1815A57C42D}"/>
                </a:ext>
              </a:extLst>
            </p:cNvPr>
            <p:cNvSpPr/>
            <p:nvPr/>
          </p:nvSpPr>
          <p:spPr>
            <a:xfrm>
              <a:off x="9241660" y="3503604"/>
              <a:ext cx="987931" cy="744395"/>
            </a:xfrm>
            <a:prstGeom prst="roundRect">
              <a:avLst>
                <a:gd name="adj" fmla="val 270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Wait for REQ</a:t>
              </a:r>
              <a:endParaRPr lang="en-SE" dirty="0">
                <a:solidFill>
                  <a:schemeClr val="bg1"/>
                </a:solidFill>
              </a:endParaRP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313A6A3A-9D17-27BF-4AAF-DA5157551C04}"/>
                </a:ext>
              </a:extLst>
            </p:cNvPr>
            <p:cNvSpPr txBox="1"/>
            <p:nvPr/>
          </p:nvSpPr>
          <p:spPr>
            <a:xfrm>
              <a:off x="8674284" y="3147194"/>
              <a:ext cx="1412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No REQ</a:t>
              </a:r>
              <a:endParaRPr lang="en-SE" sz="1600" dirty="0"/>
            </a:p>
          </p:txBody>
        </p:sp>
        <p:sp>
          <p:nvSpPr>
            <p:cNvPr id="1046" name="Rectangle: Rounded Corners 1045">
              <a:extLst>
                <a:ext uri="{FF2B5EF4-FFF2-40B4-BE49-F238E27FC236}">
                  <a16:creationId xmlns:a16="http://schemas.microsoft.com/office/drawing/2014/main" id="{1BCD232E-02C5-0B51-0AEE-319244B87612}"/>
                </a:ext>
              </a:extLst>
            </p:cNvPr>
            <p:cNvSpPr/>
            <p:nvPr/>
          </p:nvSpPr>
          <p:spPr>
            <a:xfrm>
              <a:off x="9241660" y="5021789"/>
              <a:ext cx="987931" cy="744395"/>
            </a:xfrm>
            <a:prstGeom prst="roundRect">
              <a:avLst>
                <a:gd name="adj" fmla="val 270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Wait for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ACK </a:t>
              </a:r>
              <a:endParaRPr lang="en-SE" dirty="0">
                <a:solidFill>
                  <a:schemeClr val="bg1"/>
                </a:solidFill>
              </a:endParaRPr>
            </a:p>
          </p:txBody>
        </p:sp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D530E77D-5CF0-DA3B-DD89-77B74244B397}"/>
                </a:ext>
              </a:extLst>
            </p:cNvPr>
            <p:cNvCxnSpPr>
              <a:cxnSpLocks/>
            </p:cNvCxnSpPr>
            <p:nvPr/>
          </p:nvCxnSpPr>
          <p:spPr>
            <a:xfrm>
              <a:off x="9371531" y="4175504"/>
              <a:ext cx="0" cy="8658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Arc 1047">
              <a:extLst>
                <a:ext uri="{FF2B5EF4-FFF2-40B4-BE49-F238E27FC236}">
                  <a16:creationId xmlns:a16="http://schemas.microsoft.com/office/drawing/2014/main" id="{430E77AD-5BD4-519E-5FE8-776C32472723}"/>
                </a:ext>
              </a:extLst>
            </p:cNvPr>
            <p:cNvSpPr/>
            <p:nvPr/>
          </p:nvSpPr>
          <p:spPr>
            <a:xfrm rot="10800000">
              <a:off x="9646437" y="3806445"/>
              <a:ext cx="1180674" cy="1448394"/>
            </a:xfrm>
            <a:prstGeom prst="arc">
              <a:avLst>
                <a:gd name="adj1" fmla="val 5344677"/>
                <a:gd name="adj2" fmla="val 16280334"/>
              </a:avLst>
            </a:prstGeom>
            <a:ln w="1905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131127F3-CAE6-CFCB-6245-1BC357079D03}"/>
                </a:ext>
              </a:extLst>
            </p:cNvPr>
            <p:cNvSpPr txBox="1"/>
            <p:nvPr/>
          </p:nvSpPr>
          <p:spPr>
            <a:xfrm>
              <a:off x="9597953" y="4339011"/>
              <a:ext cx="123806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/>
                <a:t>ACK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arrives</a:t>
              </a:r>
            </a:p>
            <a:p>
              <a:pPr algn="r"/>
              <a:r>
                <a:rPr lang="en-US" altLang="zh-CN" sz="1600" dirty="0"/>
                <a:t>or Timeout</a:t>
              </a:r>
            </a:p>
          </p:txBody>
        </p:sp>
        <p:sp>
          <p:nvSpPr>
            <p:cNvPr id="1054" name="Arc 1053">
              <a:extLst>
                <a:ext uri="{FF2B5EF4-FFF2-40B4-BE49-F238E27FC236}">
                  <a16:creationId xmlns:a16="http://schemas.microsoft.com/office/drawing/2014/main" id="{0FA17D28-F7FC-3F8E-950B-14E7DAD4BEED}"/>
                </a:ext>
              </a:extLst>
            </p:cNvPr>
            <p:cNvSpPr/>
            <p:nvPr/>
          </p:nvSpPr>
          <p:spPr>
            <a:xfrm rot="10800000">
              <a:off x="9706540" y="5393986"/>
              <a:ext cx="914400" cy="906479"/>
            </a:xfrm>
            <a:prstGeom prst="arc">
              <a:avLst>
                <a:gd name="adj1" fmla="val 5975532"/>
                <a:gd name="adj2" fmla="val 619383"/>
              </a:avLst>
            </a:prstGeom>
            <a:ln w="1905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B3CD3FD7-AA99-0676-F8B3-6D72C61BFDE2}"/>
                </a:ext>
              </a:extLst>
            </p:cNvPr>
            <p:cNvSpPr txBox="1"/>
            <p:nvPr/>
          </p:nvSpPr>
          <p:spPr>
            <a:xfrm>
              <a:off x="9453292" y="5743935"/>
              <a:ext cx="1412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No ACK</a:t>
              </a:r>
              <a:endParaRPr lang="en-SE" sz="1600" dirty="0"/>
            </a:p>
          </p:txBody>
        </p:sp>
      </p:grp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A41731CD-0D8E-0D46-5BA1-69EA364AF2F2}"/>
              </a:ext>
            </a:extLst>
          </p:cNvPr>
          <p:cNvGrpSpPr/>
          <p:nvPr/>
        </p:nvGrpSpPr>
        <p:grpSpPr>
          <a:xfrm>
            <a:off x="3933525" y="908662"/>
            <a:ext cx="3986636" cy="1172630"/>
            <a:chOff x="3995825" y="655697"/>
            <a:chExt cx="3986636" cy="117263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432909-E06F-8388-8A5F-10F1B1267D5C}"/>
                </a:ext>
              </a:extLst>
            </p:cNvPr>
            <p:cNvSpPr txBox="1"/>
            <p:nvPr/>
          </p:nvSpPr>
          <p:spPr>
            <a:xfrm>
              <a:off x="4669888" y="1458728"/>
              <a:ext cx="2586766" cy="369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UART (Low Power)</a:t>
              </a:r>
              <a:endParaRPr lang="en-SE" b="1" dirty="0"/>
            </a:p>
          </p:txBody>
        </p:sp>
        <p:pic>
          <p:nvPicPr>
            <p:cNvPr id="1066" name="Picture 1065">
              <a:extLst>
                <a:ext uri="{FF2B5EF4-FFF2-40B4-BE49-F238E27FC236}">
                  <a16:creationId xmlns:a16="http://schemas.microsoft.com/office/drawing/2014/main" id="{FDA0602A-07F0-3E9C-1D7B-BC9126BC4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53" b="38679"/>
            <a:stretch>
              <a:fillRect/>
            </a:stretch>
          </p:blipFill>
          <p:spPr>
            <a:xfrm>
              <a:off x="3995825" y="655697"/>
              <a:ext cx="3986636" cy="9878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18226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66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Yingshuo Xi</dc:creator>
  <cp:lastModifiedBy>Yingshuo Xi</cp:lastModifiedBy>
  <cp:revision>7</cp:revision>
  <dcterms:created xsi:type="dcterms:W3CDTF">2023-08-09T12:44:00Z</dcterms:created>
  <dcterms:modified xsi:type="dcterms:W3CDTF">2026-02-23T11:45:35Z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