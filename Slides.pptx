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3.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8" r:id="rId1"/>
    <p:sldMasterId id="2147483679" r:id="rId2"/>
    <p:sldMasterId id="2147483680" r:id="rId3"/>
    <p:sldMasterId id="2147483681" r:id="rId4"/>
  </p:sldMasterIdLst>
  <p:notesMasterIdLst>
    <p:notesMasterId r:id="rId19"/>
  </p:notesMasterIdLst>
  <p:sldIdLst>
    <p:sldId id="256" r:id="rId5"/>
    <p:sldId id="266" r:id="rId6"/>
    <p:sldId id="261" r:id="rId7"/>
    <p:sldId id="264" r:id="rId8"/>
    <p:sldId id="265" r:id="rId9"/>
    <p:sldId id="257" r:id="rId10"/>
    <p:sldId id="267" r:id="rId11"/>
    <p:sldId id="268" r:id="rId12"/>
    <p:sldId id="269" r:id="rId13"/>
    <p:sldId id="271" r:id="rId14"/>
    <p:sldId id="270" r:id="rId15"/>
    <p:sldId id="272" r:id="rId16"/>
    <p:sldId id="273" r:id="rId17"/>
    <p:sldId id="262" r:id="rId18"/>
  </p:sldIdLst>
  <p:sldSz cx="12192000" cy="6858000"/>
  <p:notesSz cx="6858000" cy="9144000"/>
  <p:embeddedFontLst>
    <p:embeddedFont>
      <p:font typeface="Anton" pitchFamily="2" charset="0"/>
      <p:regular r:id="rId20"/>
    </p:embeddedFont>
    <p:embeddedFont>
      <p:font typeface="Arial Narrow" panose="020B0606020202030204" pitchFamily="34" charset="0"/>
      <p:regular r:id="rId21"/>
      <p:bold r:id="rId22"/>
      <p:italic r:id="rId23"/>
      <p:boldItalic r:id="rId24"/>
    </p:embeddedFont>
    <p:embeddedFont>
      <p:font typeface="Helvetica Neue" panose="020B0604020202020204" charset="0"/>
      <p:regular r:id="rId25"/>
      <p:bold r:id="rId26"/>
      <p:italic r:id="rId27"/>
      <p:boldItalic r:id="rId28"/>
    </p:embeddedFont>
    <p:embeddedFont>
      <p:font typeface="Merriweather Sans" pitchFamily="2" charset="0"/>
      <p:regular r:id="rId29"/>
      <p:bold r:id="rId30"/>
      <p:italic r:id="rId31"/>
      <p:boldItalic r:id="rId32"/>
    </p:embeddedFont>
    <p:embeddedFont>
      <p:font typeface="Verdana" panose="020B0604030504040204" pitchFamily="34"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339">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35" autoAdjust="0"/>
    <p:restoredTop sz="94660"/>
  </p:normalViewPr>
  <p:slideViewPr>
    <p:cSldViewPr snapToGrid="0">
      <p:cViewPr varScale="1">
        <p:scale>
          <a:sx n="70" d="100"/>
          <a:sy n="70" d="100"/>
        </p:scale>
        <p:origin x="420" y="52"/>
      </p:cViewPr>
      <p:guideLst>
        <p:guide orient="horz" pos="3339"/>
        <p:guide pos="384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7.fntdata"/><Relationship Id="rId39" Type="http://schemas.openxmlformats.org/officeDocument/2006/relationships/theme" Target="theme/theme1.xml"/><Relationship Id="rId21" Type="http://schemas.openxmlformats.org/officeDocument/2006/relationships/font" Target="fonts/font2.fntdata"/><Relationship Id="rId34" Type="http://schemas.openxmlformats.org/officeDocument/2006/relationships/font" Target="fonts/font15.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font" Target="fonts/font17.fntdata"/><Relationship Id="rId10" Type="http://schemas.openxmlformats.org/officeDocument/2006/relationships/slide" Target="slides/slide6.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8" Type="http://schemas.openxmlformats.org/officeDocument/2006/relationships/slide" Target="slides/slide4.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4e940a935e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8" name="Google Shape;198;g4e940a935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1130f92b623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1130f92b623_0_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8" name="Google Shape;208;g1130f92b623_0_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
              <a:t>2</a:t>
            </a:fld>
            <a:endParaRPr/>
          </a:p>
        </p:txBody>
      </p:sp>
    </p:spTree>
    <p:extLst>
      <p:ext uri="{BB962C8B-B14F-4D97-AF65-F5344CB8AC3E}">
        <p14:creationId xmlns:p14="http://schemas.microsoft.com/office/powerpoint/2010/main" val="1878938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3689ac61ee8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3689ac61ee8_0_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6" name="Google Shape;246;g3689ac61ee8_0_44: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a:extLst>
            <a:ext uri="{FF2B5EF4-FFF2-40B4-BE49-F238E27FC236}">
              <a16:creationId xmlns:a16="http://schemas.microsoft.com/office/drawing/2014/main" id="{17F635C6-52BC-EC02-218C-CD5C23048732}"/>
            </a:ext>
          </a:extLst>
        </p:cNvPr>
        <p:cNvGrpSpPr/>
        <p:nvPr/>
      </p:nvGrpSpPr>
      <p:grpSpPr>
        <a:xfrm>
          <a:off x="0" y="0"/>
          <a:ext cx="0" cy="0"/>
          <a:chOff x="0" y="0"/>
          <a:chExt cx="0" cy="0"/>
        </a:xfrm>
      </p:grpSpPr>
      <p:sp>
        <p:nvSpPr>
          <p:cNvPr id="244" name="Google Shape;244;g3689ac61ee8_0_44:notes">
            <a:extLst>
              <a:ext uri="{FF2B5EF4-FFF2-40B4-BE49-F238E27FC236}">
                <a16:creationId xmlns:a16="http://schemas.microsoft.com/office/drawing/2014/main" id="{CBAAD56A-6808-C176-576D-D034053017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3689ac61ee8_0_44:notes">
            <a:extLst>
              <a:ext uri="{FF2B5EF4-FFF2-40B4-BE49-F238E27FC236}">
                <a16:creationId xmlns:a16="http://schemas.microsoft.com/office/drawing/2014/main" id="{99A3E409-F467-1D46-B3E5-525CB1AECB61}"/>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6" name="Google Shape;246;g3689ac61ee8_0_44:notes">
            <a:extLst>
              <a:ext uri="{FF2B5EF4-FFF2-40B4-BE49-F238E27FC236}">
                <a16:creationId xmlns:a16="http://schemas.microsoft.com/office/drawing/2014/main" id="{D25EB5C8-48D4-6D1B-B978-14D19A65171C}"/>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
              <a:t>4</a:t>
            </a:fld>
            <a:endParaRPr/>
          </a:p>
        </p:txBody>
      </p:sp>
    </p:spTree>
    <p:extLst>
      <p:ext uri="{BB962C8B-B14F-4D97-AF65-F5344CB8AC3E}">
        <p14:creationId xmlns:p14="http://schemas.microsoft.com/office/powerpoint/2010/main" val="34826252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a:extLst>
            <a:ext uri="{FF2B5EF4-FFF2-40B4-BE49-F238E27FC236}">
              <a16:creationId xmlns:a16="http://schemas.microsoft.com/office/drawing/2014/main" id="{17F635C6-52BC-EC02-218C-CD5C23048732}"/>
            </a:ext>
          </a:extLst>
        </p:cNvPr>
        <p:cNvGrpSpPr/>
        <p:nvPr/>
      </p:nvGrpSpPr>
      <p:grpSpPr>
        <a:xfrm>
          <a:off x="0" y="0"/>
          <a:ext cx="0" cy="0"/>
          <a:chOff x="0" y="0"/>
          <a:chExt cx="0" cy="0"/>
        </a:xfrm>
      </p:grpSpPr>
      <p:sp>
        <p:nvSpPr>
          <p:cNvPr id="244" name="Google Shape;244;g3689ac61ee8_0_44:notes">
            <a:extLst>
              <a:ext uri="{FF2B5EF4-FFF2-40B4-BE49-F238E27FC236}">
                <a16:creationId xmlns:a16="http://schemas.microsoft.com/office/drawing/2014/main" id="{CBAAD56A-6808-C176-576D-D034053017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3689ac61ee8_0_44:notes">
            <a:extLst>
              <a:ext uri="{FF2B5EF4-FFF2-40B4-BE49-F238E27FC236}">
                <a16:creationId xmlns:a16="http://schemas.microsoft.com/office/drawing/2014/main" id="{99A3E409-F467-1D46-B3E5-525CB1AECB61}"/>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6" name="Google Shape;246;g3689ac61ee8_0_44:notes">
            <a:extLst>
              <a:ext uri="{FF2B5EF4-FFF2-40B4-BE49-F238E27FC236}">
                <a16:creationId xmlns:a16="http://schemas.microsoft.com/office/drawing/2014/main" id="{D25EB5C8-48D4-6D1B-B978-14D19A65171C}"/>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
              <a:t>5</a:t>
            </a:fld>
            <a:endParaRPr/>
          </a:p>
        </p:txBody>
      </p:sp>
    </p:spTree>
    <p:extLst>
      <p:ext uri="{BB962C8B-B14F-4D97-AF65-F5344CB8AC3E}">
        <p14:creationId xmlns:p14="http://schemas.microsoft.com/office/powerpoint/2010/main" val="27596474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1130f92b623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1130f92b623_0_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8" name="Google Shape;208;g1130f92b623_0_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a:extLst>
            <a:ext uri="{FF2B5EF4-FFF2-40B4-BE49-F238E27FC236}">
              <a16:creationId xmlns:a16="http://schemas.microsoft.com/office/drawing/2014/main" id="{17F635C6-52BC-EC02-218C-CD5C23048732}"/>
            </a:ext>
          </a:extLst>
        </p:cNvPr>
        <p:cNvGrpSpPr/>
        <p:nvPr/>
      </p:nvGrpSpPr>
      <p:grpSpPr>
        <a:xfrm>
          <a:off x="0" y="0"/>
          <a:ext cx="0" cy="0"/>
          <a:chOff x="0" y="0"/>
          <a:chExt cx="0" cy="0"/>
        </a:xfrm>
      </p:grpSpPr>
      <p:sp>
        <p:nvSpPr>
          <p:cNvPr id="244" name="Google Shape;244;g3689ac61ee8_0_44:notes">
            <a:extLst>
              <a:ext uri="{FF2B5EF4-FFF2-40B4-BE49-F238E27FC236}">
                <a16:creationId xmlns:a16="http://schemas.microsoft.com/office/drawing/2014/main" id="{CBAAD56A-6808-C176-576D-D034053017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3689ac61ee8_0_44:notes">
            <a:extLst>
              <a:ext uri="{FF2B5EF4-FFF2-40B4-BE49-F238E27FC236}">
                <a16:creationId xmlns:a16="http://schemas.microsoft.com/office/drawing/2014/main" id="{99A3E409-F467-1D46-B3E5-525CB1AECB61}"/>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6" name="Google Shape;246;g3689ac61ee8_0_44:notes">
            <a:extLst>
              <a:ext uri="{FF2B5EF4-FFF2-40B4-BE49-F238E27FC236}">
                <a16:creationId xmlns:a16="http://schemas.microsoft.com/office/drawing/2014/main" id="{D25EB5C8-48D4-6D1B-B978-14D19A65171C}"/>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
              <a:t>7</a:t>
            </a:fld>
            <a:endParaRPr/>
          </a:p>
        </p:txBody>
      </p:sp>
    </p:spTree>
    <p:extLst>
      <p:ext uri="{BB962C8B-B14F-4D97-AF65-F5344CB8AC3E}">
        <p14:creationId xmlns:p14="http://schemas.microsoft.com/office/powerpoint/2010/main" val="26435989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a:extLst>
            <a:ext uri="{FF2B5EF4-FFF2-40B4-BE49-F238E27FC236}">
              <a16:creationId xmlns:a16="http://schemas.microsoft.com/office/drawing/2014/main" id="{17F635C6-52BC-EC02-218C-CD5C23048732}"/>
            </a:ext>
          </a:extLst>
        </p:cNvPr>
        <p:cNvGrpSpPr/>
        <p:nvPr/>
      </p:nvGrpSpPr>
      <p:grpSpPr>
        <a:xfrm>
          <a:off x="0" y="0"/>
          <a:ext cx="0" cy="0"/>
          <a:chOff x="0" y="0"/>
          <a:chExt cx="0" cy="0"/>
        </a:xfrm>
      </p:grpSpPr>
      <p:sp>
        <p:nvSpPr>
          <p:cNvPr id="244" name="Google Shape;244;g3689ac61ee8_0_44:notes">
            <a:extLst>
              <a:ext uri="{FF2B5EF4-FFF2-40B4-BE49-F238E27FC236}">
                <a16:creationId xmlns:a16="http://schemas.microsoft.com/office/drawing/2014/main" id="{CBAAD56A-6808-C176-576D-D034053017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3689ac61ee8_0_44:notes">
            <a:extLst>
              <a:ext uri="{FF2B5EF4-FFF2-40B4-BE49-F238E27FC236}">
                <a16:creationId xmlns:a16="http://schemas.microsoft.com/office/drawing/2014/main" id="{99A3E409-F467-1D46-B3E5-525CB1AECB61}"/>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6" name="Google Shape;246;g3689ac61ee8_0_44:notes">
            <a:extLst>
              <a:ext uri="{FF2B5EF4-FFF2-40B4-BE49-F238E27FC236}">
                <a16:creationId xmlns:a16="http://schemas.microsoft.com/office/drawing/2014/main" id="{D25EB5C8-48D4-6D1B-B978-14D19A65171C}"/>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
              <a:t>8</a:t>
            </a:fld>
            <a:endParaRPr/>
          </a:p>
        </p:txBody>
      </p:sp>
    </p:spTree>
    <p:extLst>
      <p:ext uri="{BB962C8B-B14F-4D97-AF65-F5344CB8AC3E}">
        <p14:creationId xmlns:p14="http://schemas.microsoft.com/office/powerpoint/2010/main" val="21546217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a:extLst>
            <a:ext uri="{FF2B5EF4-FFF2-40B4-BE49-F238E27FC236}">
              <a16:creationId xmlns:a16="http://schemas.microsoft.com/office/drawing/2014/main" id="{6B98DF15-F3E0-4C96-BF2F-08D5B4A6E7E9}"/>
            </a:ext>
          </a:extLst>
        </p:cNvPr>
        <p:cNvGrpSpPr/>
        <p:nvPr/>
      </p:nvGrpSpPr>
      <p:grpSpPr>
        <a:xfrm>
          <a:off x="0" y="0"/>
          <a:ext cx="0" cy="0"/>
          <a:chOff x="0" y="0"/>
          <a:chExt cx="0" cy="0"/>
        </a:xfrm>
      </p:grpSpPr>
      <p:sp>
        <p:nvSpPr>
          <p:cNvPr id="206" name="Google Shape;206;g1130f92b623_0_8:notes">
            <a:extLst>
              <a:ext uri="{FF2B5EF4-FFF2-40B4-BE49-F238E27FC236}">
                <a16:creationId xmlns:a16="http://schemas.microsoft.com/office/drawing/2014/main" id="{C59C3C0E-02CD-1980-84F2-827DA09946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1130f92b623_0_8:notes">
            <a:extLst>
              <a:ext uri="{FF2B5EF4-FFF2-40B4-BE49-F238E27FC236}">
                <a16:creationId xmlns:a16="http://schemas.microsoft.com/office/drawing/2014/main" id="{66B2FDB7-AAAC-C459-7F3D-52FDE444C2AF}"/>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8" name="Google Shape;208;g1130f92b623_0_8:notes">
            <a:extLst>
              <a:ext uri="{FF2B5EF4-FFF2-40B4-BE49-F238E27FC236}">
                <a16:creationId xmlns:a16="http://schemas.microsoft.com/office/drawing/2014/main" id="{DA10D59C-BB13-5D27-BD03-4B975C7C76C5}"/>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
              <a:t>13</a:t>
            </a:fld>
            <a:endParaRPr/>
          </a:p>
        </p:txBody>
      </p:sp>
    </p:spTree>
    <p:extLst>
      <p:ext uri="{BB962C8B-B14F-4D97-AF65-F5344CB8AC3E}">
        <p14:creationId xmlns:p14="http://schemas.microsoft.com/office/powerpoint/2010/main" val="42234320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85aa4a1d78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85aa4a1d78_0_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4" name="Google Shape;254;g85aa4a1d78_0_1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MOOC Video Title">
  <p:cSld name="MOOC Video Title">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1148135" y="3457614"/>
            <a:ext cx="10508997" cy="613392"/>
          </a:xfrm>
          <a:prstGeom prst="rect">
            <a:avLst/>
          </a:prstGeom>
          <a:noFill/>
          <a:ln>
            <a:noFill/>
          </a:ln>
        </p:spPr>
        <p:txBody>
          <a:bodyPr spcFirstLastPara="1" wrap="square" lIns="91400" tIns="45700" rIns="91400" bIns="45700" anchor="t" anchorCtr="0">
            <a:noAutofit/>
          </a:bodyPr>
          <a:lstStyle>
            <a:lvl1pPr marR="0" lvl="0" algn="l" rtl="0">
              <a:spcBef>
                <a:spcPts val="0"/>
              </a:spcBef>
              <a:spcAft>
                <a:spcPts val="0"/>
              </a:spcAft>
              <a:buSzPts val="1400"/>
              <a:buFont typeface="Anton"/>
              <a:buNone/>
              <a:defRPr sz="3666" i="0" u="none" strike="noStrike" cap="none">
                <a:solidFill>
                  <a:srgbClr val="000000"/>
                </a:solidFill>
                <a:latin typeface="Anton"/>
                <a:ea typeface="Anton"/>
                <a:cs typeface="Anton"/>
                <a:sym typeface="Anton"/>
              </a:defRPr>
            </a:lvl1pPr>
            <a:lvl2pPr marR="0" lvl="1"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9pPr>
          </a:lstStyle>
          <a:p>
            <a:endParaRPr dirty="0"/>
          </a:p>
        </p:txBody>
      </p:sp>
      <p:sp>
        <p:nvSpPr>
          <p:cNvPr id="13" name="Google Shape;13;p2"/>
          <p:cNvSpPr txBox="1">
            <a:spLocks noGrp="1"/>
          </p:cNvSpPr>
          <p:nvPr>
            <p:ph type="body" idx="1"/>
          </p:nvPr>
        </p:nvSpPr>
        <p:spPr>
          <a:xfrm>
            <a:off x="1148135" y="4510282"/>
            <a:ext cx="7387226" cy="511550"/>
          </a:xfrm>
          <a:prstGeom prst="rect">
            <a:avLst/>
          </a:prstGeom>
          <a:noFill/>
          <a:ln>
            <a:noFill/>
          </a:ln>
        </p:spPr>
        <p:txBody>
          <a:bodyPr spcFirstLastPara="1" wrap="square" lIns="91400" tIns="45700" rIns="91400" bIns="45700" anchor="t" anchorCtr="0">
            <a:noAutofit/>
          </a:bodyPr>
          <a:lstStyle>
            <a:lvl1pPr marL="457200" marR="0" lvl="0" indent="-228600" algn="l" rtl="0">
              <a:spcBef>
                <a:spcPts val="797"/>
              </a:spcBef>
              <a:spcAft>
                <a:spcPts val="0"/>
              </a:spcAft>
              <a:buClr>
                <a:srgbClr val="FF0000"/>
              </a:buClr>
              <a:buSzPts val="3978"/>
              <a:buFont typeface="Arial"/>
              <a:buNone/>
              <a:defRPr sz="2652" b="1" i="0" u="none" strike="noStrike" cap="none">
                <a:solidFill>
                  <a:srgbClr val="C30000"/>
                </a:solidFill>
                <a:latin typeface="Arial Narrow"/>
                <a:ea typeface="Arial Narrow"/>
                <a:cs typeface="Arial Narrow"/>
                <a:sym typeface="Arial Narrow"/>
              </a:defRPr>
            </a:lvl1pPr>
            <a:lvl2pPr marL="914400" marR="0" lvl="1" indent="-432816" algn="l" rtl="0">
              <a:spcBef>
                <a:spcPts val="797"/>
              </a:spcBef>
              <a:spcAft>
                <a:spcPts val="0"/>
              </a:spcAft>
              <a:buClr>
                <a:srgbClr val="FF0000"/>
              </a:buClr>
              <a:buSzPts val="3216"/>
              <a:buFont typeface="Arial"/>
              <a:buChar char="•"/>
              <a:defRPr sz="2144" b="0" i="0" u="none" strike="noStrike" cap="none">
                <a:solidFill>
                  <a:srgbClr val="595959"/>
                </a:solidFill>
                <a:latin typeface="Verdana"/>
                <a:ea typeface="Verdana"/>
                <a:cs typeface="Verdana"/>
                <a:sym typeface="Verdana"/>
              </a:defRPr>
            </a:lvl2pPr>
            <a:lvl3pPr marL="1371600" marR="0" lvl="2" indent="-405955" algn="l" rtl="0">
              <a:spcBef>
                <a:spcPts val="797"/>
              </a:spcBef>
              <a:spcAft>
                <a:spcPts val="0"/>
              </a:spcAft>
              <a:buClr>
                <a:srgbClr val="FF0000"/>
              </a:buClr>
              <a:buSzPts val="2793"/>
              <a:buFont typeface="Arial"/>
              <a:buChar char="•"/>
              <a:defRPr sz="1862" b="0" i="0" u="none" strike="noStrike" cap="none">
                <a:solidFill>
                  <a:srgbClr val="595959"/>
                </a:solidFill>
                <a:latin typeface="Verdana"/>
                <a:ea typeface="Verdana"/>
                <a:cs typeface="Verdana"/>
                <a:sym typeface="Verdana"/>
              </a:defRPr>
            </a:lvl3pPr>
            <a:lvl4pPr marL="1828800" marR="0" lvl="3" indent="-379094" algn="l" rtl="0">
              <a:spcBef>
                <a:spcPts val="797"/>
              </a:spcBef>
              <a:spcAft>
                <a:spcPts val="0"/>
              </a:spcAft>
              <a:buClr>
                <a:srgbClr val="FF0000"/>
              </a:buClr>
              <a:buSzPts val="2370"/>
              <a:buFont typeface="Arial"/>
              <a:buChar char="•"/>
              <a:defRPr sz="1580" b="0" i="0" u="none" strike="noStrike" cap="none">
                <a:solidFill>
                  <a:srgbClr val="595959"/>
                </a:solidFill>
                <a:latin typeface="Verdana"/>
                <a:ea typeface="Verdana"/>
                <a:cs typeface="Verdana"/>
                <a:sym typeface="Verdana"/>
              </a:defRPr>
            </a:lvl4pPr>
            <a:lvl5pPr marL="2286000" marR="0" lvl="4" indent="-357568" algn="l" rtl="0">
              <a:spcBef>
                <a:spcPts val="797"/>
              </a:spcBef>
              <a:spcAft>
                <a:spcPts val="0"/>
              </a:spcAft>
              <a:buClr>
                <a:srgbClr val="FF0000"/>
              </a:buClr>
              <a:buSzPts val="2031"/>
              <a:buFont typeface="Arial"/>
              <a:buChar char="•"/>
              <a:defRPr sz="1354" b="0" i="0" u="none" strike="noStrike" cap="none">
                <a:solidFill>
                  <a:srgbClr val="595959"/>
                </a:solidFill>
                <a:latin typeface="Verdana"/>
                <a:ea typeface="Verdana"/>
                <a:cs typeface="Verdana"/>
                <a:sym typeface="Verdana"/>
              </a:defRPr>
            </a:lvl5pPr>
            <a:lvl6pPr marL="2743200" marR="0" lvl="5" indent="-397001"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6pPr>
            <a:lvl7pPr marL="3200400" marR="0" lvl="6" indent="-397001"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7pPr>
            <a:lvl8pPr marL="3657600" marR="0" lvl="7" indent="-397002"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8pPr>
            <a:lvl9pPr marL="4114800" marR="0" lvl="8" indent="-397002"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body" idx="2"/>
          </p:nvPr>
        </p:nvSpPr>
        <p:spPr>
          <a:xfrm>
            <a:off x="1148388" y="5021832"/>
            <a:ext cx="7386972" cy="468408"/>
          </a:xfrm>
          <a:prstGeom prst="rect">
            <a:avLst/>
          </a:prstGeom>
          <a:noFill/>
          <a:ln>
            <a:noFill/>
          </a:ln>
        </p:spPr>
        <p:txBody>
          <a:bodyPr spcFirstLastPara="1" wrap="square" lIns="91400" tIns="45700" rIns="91400" bIns="45700" anchor="t" anchorCtr="0">
            <a:noAutofit/>
          </a:bodyPr>
          <a:lstStyle>
            <a:lvl1pPr marL="457200" marR="0" lvl="0" indent="-228600" algn="l" rtl="0">
              <a:spcBef>
                <a:spcPts val="797"/>
              </a:spcBef>
              <a:spcAft>
                <a:spcPts val="0"/>
              </a:spcAft>
              <a:buClr>
                <a:srgbClr val="FF0000"/>
              </a:buClr>
              <a:buSzPts val="3978"/>
              <a:buFont typeface="Arial"/>
              <a:buNone/>
              <a:defRPr sz="2652" b="0" i="0" u="none" strike="noStrike" cap="none">
                <a:solidFill>
                  <a:schemeClr val="dk1"/>
                </a:solidFill>
                <a:latin typeface="Arial Narrow"/>
                <a:ea typeface="Arial Narrow"/>
                <a:cs typeface="Arial Narrow"/>
                <a:sym typeface="Arial Narrow"/>
              </a:defRPr>
            </a:lvl1pPr>
            <a:lvl2pPr marL="914400" marR="0" lvl="1" indent="-432816" algn="l" rtl="0">
              <a:spcBef>
                <a:spcPts val="797"/>
              </a:spcBef>
              <a:spcAft>
                <a:spcPts val="0"/>
              </a:spcAft>
              <a:buClr>
                <a:srgbClr val="FF0000"/>
              </a:buClr>
              <a:buSzPts val="3216"/>
              <a:buFont typeface="Arial"/>
              <a:buChar char="•"/>
              <a:defRPr sz="2144" b="0" i="0" u="none" strike="noStrike" cap="none">
                <a:solidFill>
                  <a:srgbClr val="595959"/>
                </a:solidFill>
                <a:latin typeface="Verdana"/>
                <a:ea typeface="Verdana"/>
                <a:cs typeface="Verdana"/>
                <a:sym typeface="Verdana"/>
              </a:defRPr>
            </a:lvl2pPr>
            <a:lvl3pPr marL="1371600" marR="0" lvl="2" indent="-405955" algn="l" rtl="0">
              <a:spcBef>
                <a:spcPts val="797"/>
              </a:spcBef>
              <a:spcAft>
                <a:spcPts val="0"/>
              </a:spcAft>
              <a:buClr>
                <a:srgbClr val="FF0000"/>
              </a:buClr>
              <a:buSzPts val="2793"/>
              <a:buFont typeface="Arial"/>
              <a:buChar char="•"/>
              <a:defRPr sz="1862" b="0" i="0" u="none" strike="noStrike" cap="none">
                <a:solidFill>
                  <a:srgbClr val="595959"/>
                </a:solidFill>
                <a:latin typeface="Verdana"/>
                <a:ea typeface="Verdana"/>
                <a:cs typeface="Verdana"/>
                <a:sym typeface="Verdana"/>
              </a:defRPr>
            </a:lvl3pPr>
            <a:lvl4pPr marL="1828800" marR="0" lvl="3" indent="-379094" algn="l" rtl="0">
              <a:spcBef>
                <a:spcPts val="797"/>
              </a:spcBef>
              <a:spcAft>
                <a:spcPts val="0"/>
              </a:spcAft>
              <a:buClr>
                <a:srgbClr val="FF0000"/>
              </a:buClr>
              <a:buSzPts val="2370"/>
              <a:buFont typeface="Arial"/>
              <a:buChar char="•"/>
              <a:defRPr sz="1580" b="0" i="0" u="none" strike="noStrike" cap="none">
                <a:solidFill>
                  <a:srgbClr val="595959"/>
                </a:solidFill>
                <a:latin typeface="Verdana"/>
                <a:ea typeface="Verdana"/>
                <a:cs typeface="Verdana"/>
                <a:sym typeface="Verdana"/>
              </a:defRPr>
            </a:lvl4pPr>
            <a:lvl5pPr marL="2286000" marR="0" lvl="4" indent="-357568" algn="l" rtl="0">
              <a:spcBef>
                <a:spcPts val="797"/>
              </a:spcBef>
              <a:spcAft>
                <a:spcPts val="0"/>
              </a:spcAft>
              <a:buClr>
                <a:srgbClr val="FF0000"/>
              </a:buClr>
              <a:buSzPts val="2031"/>
              <a:buFont typeface="Arial"/>
              <a:buChar char="•"/>
              <a:defRPr sz="1354" b="0" i="0" u="none" strike="noStrike" cap="none">
                <a:solidFill>
                  <a:srgbClr val="595959"/>
                </a:solidFill>
                <a:latin typeface="Verdana"/>
                <a:ea typeface="Verdana"/>
                <a:cs typeface="Verdana"/>
                <a:sym typeface="Verdana"/>
              </a:defRPr>
            </a:lvl5pPr>
            <a:lvl6pPr marL="2743200" marR="0" lvl="5" indent="-397001"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6pPr>
            <a:lvl7pPr marL="3200400" marR="0" lvl="6" indent="-397001"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7pPr>
            <a:lvl8pPr marL="3657600" marR="0" lvl="7" indent="-397002"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8pPr>
            <a:lvl9pPr marL="4114800" marR="0" lvl="8" indent="-397002"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9pPr>
          </a:lstStyle>
          <a:p>
            <a:endParaRPr/>
          </a:p>
        </p:txBody>
      </p:sp>
      <p:sp>
        <p:nvSpPr>
          <p:cNvPr id="15" name="Google Shape;15;p2"/>
          <p:cNvSpPr>
            <a:spLocks noGrp="1"/>
          </p:cNvSpPr>
          <p:nvPr>
            <p:ph type="pic" idx="3"/>
          </p:nvPr>
        </p:nvSpPr>
        <p:spPr>
          <a:xfrm>
            <a:off x="5754273" y="326102"/>
            <a:ext cx="5902967" cy="4183783"/>
          </a:xfrm>
          <a:prstGeom prst="rect">
            <a:avLst/>
          </a:prstGeom>
          <a:noFill/>
          <a:ln>
            <a:noFill/>
          </a:ln>
        </p:spPr>
        <p:txBody>
          <a:bodyPr spcFirstLastPara="1" wrap="square" lIns="91425" tIns="45700" rIns="91425" bIns="45700" anchor="t" anchorCtr="0">
            <a:noAutofit/>
          </a:bodyPr>
          <a:lstStyle>
            <a:lvl1pPr marR="0" lvl="0" algn="l" rtl="0">
              <a:spcBef>
                <a:spcPts val="797"/>
              </a:spcBef>
              <a:spcAft>
                <a:spcPts val="0"/>
              </a:spcAft>
              <a:buClr>
                <a:srgbClr val="FF0000"/>
              </a:buClr>
              <a:buSzPts val="3978"/>
              <a:buFont typeface="Arial"/>
              <a:buNone/>
              <a:defRPr sz="2652" b="0" i="0" u="none" strike="noStrike" cap="none">
                <a:solidFill>
                  <a:srgbClr val="595959"/>
                </a:solidFill>
                <a:latin typeface="Verdana"/>
                <a:ea typeface="Verdana"/>
                <a:cs typeface="Verdana"/>
                <a:sym typeface="Verdana"/>
              </a:defRPr>
            </a:lvl1pPr>
            <a:lvl2pPr marR="0" lvl="1" algn="l" rtl="0">
              <a:spcBef>
                <a:spcPts val="797"/>
              </a:spcBef>
              <a:spcAft>
                <a:spcPts val="0"/>
              </a:spcAft>
              <a:buClr>
                <a:srgbClr val="FF0000"/>
              </a:buClr>
              <a:buSzPts val="3216"/>
              <a:buFont typeface="Arial"/>
              <a:buChar char="•"/>
              <a:defRPr sz="2144" b="0" i="0" u="none" strike="noStrike" cap="none">
                <a:solidFill>
                  <a:srgbClr val="595959"/>
                </a:solidFill>
                <a:latin typeface="Verdana"/>
                <a:ea typeface="Verdana"/>
                <a:cs typeface="Verdana"/>
                <a:sym typeface="Verdana"/>
              </a:defRPr>
            </a:lvl2pPr>
            <a:lvl3pPr marR="0" lvl="2" algn="l" rtl="0">
              <a:spcBef>
                <a:spcPts val="797"/>
              </a:spcBef>
              <a:spcAft>
                <a:spcPts val="0"/>
              </a:spcAft>
              <a:buClr>
                <a:srgbClr val="FF0000"/>
              </a:buClr>
              <a:buSzPts val="2793"/>
              <a:buFont typeface="Arial"/>
              <a:buChar char="•"/>
              <a:defRPr sz="1862" b="0" i="0" u="none" strike="noStrike" cap="none">
                <a:solidFill>
                  <a:srgbClr val="595959"/>
                </a:solidFill>
                <a:latin typeface="Verdana"/>
                <a:ea typeface="Verdana"/>
                <a:cs typeface="Verdana"/>
                <a:sym typeface="Verdana"/>
              </a:defRPr>
            </a:lvl3pPr>
            <a:lvl4pPr marR="0" lvl="3" algn="l" rtl="0">
              <a:spcBef>
                <a:spcPts val="797"/>
              </a:spcBef>
              <a:spcAft>
                <a:spcPts val="0"/>
              </a:spcAft>
              <a:buClr>
                <a:srgbClr val="FF0000"/>
              </a:buClr>
              <a:buSzPts val="2370"/>
              <a:buFont typeface="Arial"/>
              <a:buChar char="•"/>
              <a:defRPr sz="1580" b="0" i="0" u="none" strike="noStrike" cap="none">
                <a:solidFill>
                  <a:srgbClr val="595959"/>
                </a:solidFill>
                <a:latin typeface="Verdana"/>
                <a:ea typeface="Verdana"/>
                <a:cs typeface="Verdana"/>
                <a:sym typeface="Verdana"/>
              </a:defRPr>
            </a:lvl4pPr>
            <a:lvl5pPr marR="0" lvl="4" algn="l" rtl="0">
              <a:spcBef>
                <a:spcPts val="797"/>
              </a:spcBef>
              <a:spcAft>
                <a:spcPts val="0"/>
              </a:spcAft>
              <a:buClr>
                <a:srgbClr val="FF0000"/>
              </a:buClr>
              <a:buSzPts val="2031"/>
              <a:buFont typeface="Arial"/>
              <a:buChar char="•"/>
              <a:defRPr sz="1354" b="0" i="0" u="none" strike="noStrike" cap="none">
                <a:solidFill>
                  <a:srgbClr val="595959"/>
                </a:solidFill>
                <a:latin typeface="Verdana"/>
                <a:ea typeface="Verdana"/>
                <a:cs typeface="Verdana"/>
                <a:sym typeface="Verdana"/>
              </a:defRPr>
            </a:lvl5pPr>
            <a:lvl6pPr marR="0" lvl="5"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6pPr>
            <a:lvl7pPr marR="0" lvl="6"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7pPr>
            <a:lvl8pPr marR="0" lvl="7"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8pPr>
            <a:lvl9pPr marR="0" lvl="8"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9pPr>
          </a:lstStyle>
          <a:p>
            <a:endParaRPr/>
          </a:p>
        </p:txBody>
      </p:sp>
      <p:pic>
        <p:nvPicPr>
          <p:cNvPr id="16" name="Google Shape;16;p2"/>
          <p:cNvPicPr preferRelativeResize="0"/>
          <p:nvPr/>
        </p:nvPicPr>
        <p:blipFill>
          <a:blip r:embed="rId2">
            <a:alphaModFix/>
          </a:blip>
          <a:stretch>
            <a:fillRect/>
          </a:stretch>
        </p:blipFill>
        <p:spPr>
          <a:xfrm>
            <a:off x="1208392" y="590300"/>
            <a:ext cx="1072150" cy="1350900"/>
          </a:xfrm>
          <a:prstGeom prst="rect">
            <a:avLst/>
          </a:prstGeom>
          <a:noFill/>
          <a:ln>
            <a:noFill/>
          </a:ln>
        </p:spPr>
      </p:pic>
      <p:sp>
        <p:nvSpPr>
          <p:cNvPr id="17" name="Google Shape;17;p2"/>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rgbClr val="C30000"/>
                </a:solidFill>
                <a:latin typeface="Arial Narrow"/>
                <a:ea typeface="Arial Narrow"/>
                <a:cs typeface="Arial Narrow"/>
                <a:sym typeface="Arial Narrow"/>
              </a:defRPr>
            </a:lvl1pPr>
            <a:lvl2pPr lvl="1">
              <a:buNone/>
              <a:defRPr>
                <a:solidFill>
                  <a:srgbClr val="C30000"/>
                </a:solidFill>
                <a:latin typeface="Arial Narrow"/>
                <a:ea typeface="Arial Narrow"/>
                <a:cs typeface="Arial Narrow"/>
                <a:sym typeface="Arial Narrow"/>
              </a:defRPr>
            </a:lvl2pPr>
            <a:lvl3pPr lvl="2">
              <a:buNone/>
              <a:defRPr>
                <a:solidFill>
                  <a:srgbClr val="C30000"/>
                </a:solidFill>
                <a:latin typeface="Arial Narrow"/>
                <a:ea typeface="Arial Narrow"/>
                <a:cs typeface="Arial Narrow"/>
                <a:sym typeface="Arial Narrow"/>
              </a:defRPr>
            </a:lvl3pPr>
            <a:lvl4pPr lvl="3">
              <a:buNone/>
              <a:defRPr>
                <a:solidFill>
                  <a:srgbClr val="C30000"/>
                </a:solidFill>
                <a:latin typeface="Arial Narrow"/>
                <a:ea typeface="Arial Narrow"/>
                <a:cs typeface="Arial Narrow"/>
                <a:sym typeface="Arial Narrow"/>
              </a:defRPr>
            </a:lvl4pPr>
            <a:lvl5pPr lvl="4">
              <a:buNone/>
              <a:defRPr>
                <a:solidFill>
                  <a:srgbClr val="C30000"/>
                </a:solidFill>
                <a:latin typeface="Arial Narrow"/>
                <a:ea typeface="Arial Narrow"/>
                <a:cs typeface="Arial Narrow"/>
                <a:sym typeface="Arial Narrow"/>
              </a:defRPr>
            </a:lvl5pPr>
            <a:lvl6pPr lvl="5">
              <a:buNone/>
              <a:defRPr>
                <a:solidFill>
                  <a:srgbClr val="C30000"/>
                </a:solidFill>
                <a:latin typeface="Arial Narrow"/>
                <a:ea typeface="Arial Narrow"/>
                <a:cs typeface="Arial Narrow"/>
                <a:sym typeface="Arial Narrow"/>
              </a:defRPr>
            </a:lvl6pPr>
            <a:lvl7pPr lvl="6">
              <a:buNone/>
              <a:defRPr>
                <a:solidFill>
                  <a:srgbClr val="C30000"/>
                </a:solidFill>
                <a:latin typeface="Arial Narrow"/>
                <a:ea typeface="Arial Narrow"/>
                <a:cs typeface="Arial Narrow"/>
                <a:sym typeface="Arial Narrow"/>
              </a:defRPr>
            </a:lvl7pPr>
            <a:lvl8pPr lvl="7">
              <a:buNone/>
              <a:defRPr>
                <a:solidFill>
                  <a:srgbClr val="C30000"/>
                </a:solidFill>
                <a:latin typeface="Arial Narrow"/>
                <a:ea typeface="Arial Narrow"/>
                <a:cs typeface="Arial Narrow"/>
                <a:sym typeface="Arial Narrow"/>
              </a:defRPr>
            </a:lvl8pPr>
            <a:lvl9pPr lvl="8">
              <a:buNone/>
              <a:defRPr>
                <a:solidFill>
                  <a:srgbClr val="C30000"/>
                </a:solidFill>
                <a:latin typeface="Arial Narrow"/>
                <a:ea typeface="Arial Narrow"/>
                <a:cs typeface="Arial Narrow"/>
                <a:sym typeface="Arial Narrow"/>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re seul et filet" type="titleOnly">
  <p:cSld name="TITLE_ONLY">
    <p:spTree>
      <p:nvGrpSpPr>
        <p:cNvPr id="1" name="Shape 18"/>
        <p:cNvGrpSpPr/>
        <p:nvPr/>
      </p:nvGrpSpPr>
      <p:grpSpPr>
        <a:xfrm>
          <a:off x="0" y="0"/>
          <a:ext cx="0" cy="0"/>
          <a:chOff x="0" y="0"/>
          <a:chExt cx="0" cy="0"/>
        </a:xfrm>
      </p:grpSpPr>
      <p:sp>
        <p:nvSpPr>
          <p:cNvPr id="19" name="Google Shape;19;p3"/>
          <p:cNvSpPr txBox="1"/>
          <p:nvPr/>
        </p:nvSpPr>
        <p:spPr>
          <a:xfrm>
            <a:off x="11505858" y="6375118"/>
            <a:ext cx="698682" cy="319831"/>
          </a:xfrm>
          <a:prstGeom prst="rect">
            <a:avLst/>
          </a:prstGeom>
          <a:noFill/>
          <a:ln>
            <a:noFill/>
          </a:ln>
        </p:spPr>
        <p:txBody>
          <a:bodyPr spcFirstLastPara="1" wrap="square" lIns="121875" tIns="60925" rIns="121875" bIns="60925" anchor="t" anchorCtr="0">
            <a:noAutofit/>
          </a:bodyPr>
          <a:lstStyle/>
          <a:p>
            <a:pPr marL="0" marR="0" lvl="0" indent="0" algn="r" rtl="0">
              <a:lnSpc>
                <a:spcPct val="100000"/>
              </a:lnSpc>
              <a:spcBef>
                <a:spcPts val="0"/>
              </a:spcBef>
              <a:spcAft>
                <a:spcPts val="0"/>
              </a:spcAft>
              <a:buNone/>
            </a:pPr>
            <a:endParaRPr sz="1072" b="0" i="0" u="none" strike="noStrike" cap="none">
              <a:solidFill>
                <a:srgbClr val="A5A5A5"/>
              </a:solidFill>
              <a:latin typeface="Arial Narrow"/>
              <a:ea typeface="Arial Narrow"/>
              <a:cs typeface="Arial Narrow"/>
              <a:sym typeface="Arial Narrow"/>
            </a:endParaRPr>
          </a:p>
        </p:txBody>
      </p:sp>
      <p:grpSp>
        <p:nvGrpSpPr>
          <p:cNvPr id="20" name="Google Shape;20;p3"/>
          <p:cNvGrpSpPr/>
          <p:nvPr/>
        </p:nvGrpSpPr>
        <p:grpSpPr>
          <a:xfrm>
            <a:off x="896" y="882447"/>
            <a:ext cx="12191999" cy="127216"/>
            <a:chOff x="891" y="1433935"/>
            <a:chExt cx="19805650" cy="206338"/>
          </a:xfrm>
        </p:grpSpPr>
        <p:sp>
          <p:nvSpPr>
            <p:cNvPr id="21" name="Google Shape;21;p3"/>
            <p:cNvSpPr/>
            <p:nvPr/>
          </p:nvSpPr>
          <p:spPr>
            <a:xfrm>
              <a:off x="891" y="1433935"/>
              <a:ext cx="19805650" cy="87185"/>
            </a:xfrm>
            <a:prstGeom prst="rect">
              <a:avLst/>
            </a:prstGeom>
            <a:solidFill>
              <a:srgbClr val="D9D9D9"/>
            </a:solidFill>
            <a:ln>
              <a:noFill/>
            </a:ln>
          </p:spPr>
          <p:txBody>
            <a:bodyPr spcFirstLastPara="1" wrap="square" lIns="198000" tIns="99000" rIns="198000" bIns="99000" anchor="ctr" anchorCtr="0">
              <a:noAutofit/>
            </a:bodyPr>
            <a:lstStyle/>
            <a:p>
              <a:pPr marL="0" marR="0" lvl="0" indent="0" algn="ctr" rtl="0">
                <a:lnSpc>
                  <a:spcPct val="100000"/>
                </a:lnSpc>
                <a:spcBef>
                  <a:spcPts val="0"/>
                </a:spcBef>
                <a:spcAft>
                  <a:spcPts val="0"/>
                </a:spcAft>
                <a:buNone/>
              </a:pPr>
              <a:endParaRPr sz="2426" b="0" i="0" u="none" strike="noStrike" cap="none">
                <a:solidFill>
                  <a:schemeClr val="lt1"/>
                </a:solidFill>
                <a:latin typeface="Arial"/>
                <a:ea typeface="Arial"/>
                <a:cs typeface="Arial"/>
                <a:sym typeface="Arial"/>
              </a:endParaRPr>
            </a:p>
          </p:txBody>
        </p:sp>
        <p:sp>
          <p:nvSpPr>
            <p:cNvPr id="22" name="Google Shape;22;p3"/>
            <p:cNvSpPr/>
            <p:nvPr/>
          </p:nvSpPr>
          <p:spPr>
            <a:xfrm>
              <a:off x="891" y="1553088"/>
              <a:ext cx="19805650" cy="87185"/>
            </a:xfrm>
            <a:prstGeom prst="rect">
              <a:avLst/>
            </a:prstGeom>
            <a:solidFill>
              <a:srgbClr val="D9D9D9"/>
            </a:solidFill>
            <a:ln>
              <a:noFill/>
            </a:ln>
          </p:spPr>
          <p:txBody>
            <a:bodyPr spcFirstLastPara="1" wrap="square" lIns="198000" tIns="99000" rIns="198000" bIns="99000" anchor="ctr" anchorCtr="0">
              <a:noAutofit/>
            </a:bodyPr>
            <a:lstStyle/>
            <a:p>
              <a:pPr marL="0" marR="0" lvl="0" indent="0" algn="ctr" rtl="0">
                <a:lnSpc>
                  <a:spcPct val="100000"/>
                </a:lnSpc>
                <a:spcBef>
                  <a:spcPts val="0"/>
                </a:spcBef>
                <a:spcAft>
                  <a:spcPts val="0"/>
                </a:spcAft>
                <a:buNone/>
              </a:pPr>
              <a:endParaRPr sz="2426" b="0" i="0" u="none" strike="noStrike" cap="none">
                <a:solidFill>
                  <a:schemeClr val="lt1"/>
                </a:solidFill>
                <a:latin typeface="Arial"/>
                <a:ea typeface="Arial"/>
                <a:cs typeface="Arial"/>
                <a:sym typeface="Arial"/>
              </a:endParaRPr>
            </a:p>
          </p:txBody>
        </p:sp>
      </p:grpSp>
      <p:sp>
        <p:nvSpPr>
          <p:cNvPr id="23" name="Google Shape;23;p3"/>
          <p:cNvSpPr txBox="1">
            <a:spLocks noGrp="1"/>
          </p:cNvSpPr>
          <p:nvPr>
            <p:ph type="title"/>
          </p:nvPr>
        </p:nvSpPr>
        <p:spPr>
          <a:xfrm>
            <a:off x="533062" y="182407"/>
            <a:ext cx="10325173" cy="831477"/>
          </a:xfrm>
          <a:prstGeom prst="rect">
            <a:avLst/>
          </a:prstGeom>
          <a:noFill/>
          <a:ln>
            <a:noFill/>
          </a:ln>
        </p:spPr>
        <p:txBody>
          <a:bodyPr spcFirstLastPara="1" wrap="square" lIns="216000" tIns="108000" rIns="216000" bIns="108000" anchor="t" anchorCtr="0">
            <a:noAutofit/>
          </a:bodyPr>
          <a:lstStyle>
            <a:lvl1pPr marR="0" lvl="0" algn="l" rtl="0">
              <a:spcBef>
                <a:spcPts val="0"/>
              </a:spcBef>
              <a:spcAft>
                <a:spcPts val="0"/>
              </a:spcAft>
              <a:buSzPts val="1400"/>
              <a:buFont typeface="Anton"/>
              <a:buNone/>
              <a:defRPr sz="3441" i="0" u="none" strike="noStrike" cap="none">
                <a:solidFill>
                  <a:schemeClr val="dk1"/>
                </a:solidFill>
                <a:latin typeface="Anton"/>
                <a:ea typeface="Anton"/>
                <a:cs typeface="Anton"/>
                <a:sym typeface="Anton"/>
              </a:defRPr>
            </a:lvl1pPr>
            <a:lvl2pPr marR="0" lvl="1" algn="l" rtl="0">
              <a:spcBef>
                <a:spcPts val="1598"/>
              </a:spcBef>
              <a:spcAft>
                <a:spcPts val="0"/>
              </a:spcAft>
              <a:buSzPts val="1400"/>
              <a:buNone/>
              <a:defRPr sz="3666"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9pPr>
          </a:lstStyle>
          <a:p>
            <a:endParaRPr dirty="0"/>
          </a:p>
        </p:txBody>
      </p:sp>
      <p:pic>
        <p:nvPicPr>
          <p:cNvPr id="24" name="Google Shape;24;p3"/>
          <p:cNvPicPr preferRelativeResize="0"/>
          <p:nvPr/>
        </p:nvPicPr>
        <p:blipFill>
          <a:blip r:embed="rId2">
            <a:alphaModFix/>
          </a:blip>
          <a:stretch>
            <a:fillRect/>
          </a:stretch>
        </p:blipFill>
        <p:spPr>
          <a:xfrm>
            <a:off x="10968747" y="-8955"/>
            <a:ext cx="660004" cy="831600"/>
          </a:xfrm>
          <a:prstGeom prst="rect">
            <a:avLst/>
          </a:prstGeom>
          <a:noFill/>
          <a:ln>
            <a:noFill/>
          </a:ln>
        </p:spPr>
      </p:pic>
      <p:sp>
        <p:nvSpPr>
          <p:cNvPr id="25" name="Google Shape;25;p3"/>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chemeClr val="dk1"/>
                </a:solidFill>
                <a:latin typeface="Anton"/>
                <a:ea typeface="Anton"/>
                <a:cs typeface="Anton"/>
                <a:sym typeface="Anton"/>
              </a:defRPr>
            </a:lvl1pPr>
            <a:lvl2pPr lvl="1">
              <a:buNone/>
              <a:defRPr>
                <a:solidFill>
                  <a:schemeClr val="dk1"/>
                </a:solidFill>
                <a:latin typeface="Anton"/>
                <a:ea typeface="Anton"/>
                <a:cs typeface="Anton"/>
                <a:sym typeface="Anton"/>
              </a:defRPr>
            </a:lvl2pPr>
            <a:lvl3pPr lvl="2">
              <a:buNone/>
              <a:defRPr>
                <a:solidFill>
                  <a:schemeClr val="dk1"/>
                </a:solidFill>
                <a:latin typeface="Anton"/>
                <a:ea typeface="Anton"/>
                <a:cs typeface="Anton"/>
                <a:sym typeface="Anton"/>
              </a:defRPr>
            </a:lvl3pPr>
            <a:lvl4pPr lvl="3">
              <a:buNone/>
              <a:defRPr>
                <a:solidFill>
                  <a:schemeClr val="dk1"/>
                </a:solidFill>
                <a:latin typeface="Anton"/>
                <a:ea typeface="Anton"/>
                <a:cs typeface="Anton"/>
                <a:sym typeface="Anton"/>
              </a:defRPr>
            </a:lvl4pPr>
            <a:lvl5pPr lvl="4">
              <a:buNone/>
              <a:defRPr>
                <a:solidFill>
                  <a:schemeClr val="dk1"/>
                </a:solidFill>
                <a:latin typeface="Anton"/>
                <a:ea typeface="Anton"/>
                <a:cs typeface="Anton"/>
                <a:sym typeface="Anton"/>
              </a:defRPr>
            </a:lvl5pPr>
            <a:lvl6pPr lvl="5">
              <a:buNone/>
              <a:defRPr>
                <a:solidFill>
                  <a:schemeClr val="dk1"/>
                </a:solidFill>
                <a:latin typeface="Anton"/>
                <a:ea typeface="Anton"/>
                <a:cs typeface="Anton"/>
                <a:sym typeface="Anton"/>
              </a:defRPr>
            </a:lvl6pPr>
            <a:lvl7pPr lvl="6">
              <a:buNone/>
              <a:defRPr>
                <a:solidFill>
                  <a:schemeClr val="dk1"/>
                </a:solidFill>
                <a:latin typeface="Anton"/>
                <a:ea typeface="Anton"/>
                <a:cs typeface="Anton"/>
                <a:sym typeface="Anton"/>
              </a:defRPr>
            </a:lvl7pPr>
            <a:lvl8pPr lvl="7">
              <a:buNone/>
              <a:defRPr>
                <a:solidFill>
                  <a:schemeClr val="dk1"/>
                </a:solidFill>
                <a:latin typeface="Anton"/>
                <a:ea typeface="Anton"/>
                <a:cs typeface="Anton"/>
                <a:sym typeface="Anton"/>
              </a:defRPr>
            </a:lvl8pPr>
            <a:lvl9pPr lvl="8">
              <a:buNone/>
              <a:defRPr>
                <a:solidFill>
                  <a:schemeClr val="dk1"/>
                </a:solidFill>
                <a:latin typeface="Anton"/>
                <a:ea typeface="Anton"/>
                <a:cs typeface="Anton"/>
                <a:sym typeface="Anton"/>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re et contenu">
  <p:cSld name="Titre et contenu">
    <p:spTree>
      <p:nvGrpSpPr>
        <p:cNvPr id="1" name="Shape 26"/>
        <p:cNvGrpSpPr/>
        <p:nvPr/>
      </p:nvGrpSpPr>
      <p:grpSpPr>
        <a:xfrm>
          <a:off x="0" y="0"/>
          <a:ext cx="0" cy="0"/>
          <a:chOff x="0" y="0"/>
          <a:chExt cx="0" cy="0"/>
        </a:xfrm>
      </p:grpSpPr>
      <p:grpSp>
        <p:nvGrpSpPr>
          <p:cNvPr id="27" name="Google Shape;27;p4"/>
          <p:cNvGrpSpPr/>
          <p:nvPr/>
        </p:nvGrpSpPr>
        <p:grpSpPr>
          <a:xfrm>
            <a:off x="896" y="882447"/>
            <a:ext cx="12191999" cy="127216"/>
            <a:chOff x="891" y="1433935"/>
            <a:chExt cx="19805650" cy="206338"/>
          </a:xfrm>
        </p:grpSpPr>
        <p:sp>
          <p:nvSpPr>
            <p:cNvPr id="28" name="Google Shape;28;p4"/>
            <p:cNvSpPr/>
            <p:nvPr/>
          </p:nvSpPr>
          <p:spPr>
            <a:xfrm>
              <a:off x="891" y="1433935"/>
              <a:ext cx="19805650" cy="87185"/>
            </a:xfrm>
            <a:prstGeom prst="rect">
              <a:avLst/>
            </a:prstGeom>
            <a:solidFill>
              <a:srgbClr val="D9D9D9"/>
            </a:solidFill>
            <a:ln>
              <a:noFill/>
            </a:ln>
          </p:spPr>
          <p:txBody>
            <a:bodyPr spcFirstLastPara="1" wrap="square" lIns="198000" tIns="99000" rIns="198000" bIns="99000" anchor="ctr" anchorCtr="0">
              <a:noAutofit/>
            </a:bodyPr>
            <a:lstStyle/>
            <a:p>
              <a:pPr marL="0" marR="0" lvl="0" indent="0" algn="ctr" rtl="0">
                <a:lnSpc>
                  <a:spcPct val="100000"/>
                </a:lnSpc>
                <a:spcBef>
                  <a:spcPts val="0"/>
                </a:spcBef>
                <a:spcAft>
                  <a:spcPts val="0"/>
                </a:spcAft>
                <a:buNone/>
              </a:pPr>
              <a:endParaRPr sz="2426" b="0" i="0" u="none" strike="noStrike" cap="none">
                <a:solidFill>
                  <a:schemeClr val="lt1"/>
                </a:solidFill>
                <a:latin typeface="Arial"/>
                <a:ea typeface="Arial"/>
                <a:cs typeface="Arial"/>
                <a:sym typeface="Arial"/>
              </a:endParaRPr>
            </a:p>
          </p:txBody>
        </p:sp>
        <p:sp>
          <p:nvSpPr>
            <p:cNvPr id="29" name="Google Shape;29;p4"/>
            <p:cNvSpPr/>
            <p:nvPr/>
          </p:nvSpPr>
          <p:spPr>
            <a:xfrm>
              <a:off x="891" y="1553088"/>
              <a:ext cx="19805650" cy="87185"/>
            </a:xfrm>
            <a:prstGeom prst="rect">
              <a:avLst/>
            </a:prstGeom>
            <a:solidFill>
              <a:srgbClr val="D9D9D9"/>
            </a:solidFill>
            <a:ln>
              <a:noFill/>
            </a:ln>
          </p:spPr>
          <p:txBody>
            <a:bodyPr spcFirstLastPara="1" wrap="square" lIns="198000" tIns="99000" rIns="198000" bIns="99000" anchor="ctr" anchorCtr="0">
              <a:noAutofit/>
            </a:bodyPr>
            <a:lstStyle/>
            <a:p>
              <a:pPr marL="0" marR="0" lvl="0" indent="0" algn="ctr" rtl="0">
                <a:lnSpc>
                  <a:spcPct val="100000"/>
                </a:lnSpc>
                <a:spcBef>
                  <a:spcPts val="0"/>
                </a:spcBef>
                <a:spcAft>
                  <a:spcPts val="0"/>
                </a:spcAft>
                <a:buNone/>
              </a:pPr>
              <a:endParaRPr sz="2426" b="0" i="0" u="none" strike="noStrike" cap="none">
                <a:solidFill>
                  <a:schemeClr val="lt1"/>
                </a:solidFill>
                <a:latin typeface="Arial"/>
                <a:ea typeface="Arial"/>
                <a:cs typeface="Arial"/>
                <a:sym typeface="Arial"/>
              </a:endParaRPr>
            </a:p>
          </p:txBody>
        </p:sp>
      </p:grpSp>
      <p:sp>
        <p:nvSpPr>
          <p:cNvPr id="30" name="Google Shape;30;p4"/>
          <p:cNvSpPr txBox="1">
            <a:spLocks noGrp="1"/>
          </p:cNvSpPr>
          <p:nvPr>
            <p:ph type="body" idx="1"/>
          </p:nvPr>
        </p:nvSpPr>
        <p:spPr>
          <a:xfrm>
            <a:off x="391843" y="1325033"/>
            <a:ext cx="11265289" cy="4854134"/>
          </a:xfrm>
          <a:prstGeom prst="rect">
            <a:avLst/>
          </a:prstGeom>
          <a:noFill/>
          <a:ln>
            <a:noFill/>
          </a:ln>
        </p:spPr>
        <p:txBody>
          <a:bodyPr spcFirstLastPara="1" wrap="square" lIns="0" tIns="0" rIns="0" bIns="0" anchor="t" anchorCtr="0">
            <a:noAutofit/>
          </a:bodyPr>
          <a:lstStyle>
            <a:lvl1pPr marL="457200" marR="0" lvl="0" indent="-414908" algn="l" rtl="0">
              <a:lnSpc>
                <a:spcPct val="100000"/>
              </a:lnSpc>
              <a:spcBef>
                <a:spcPts val="0"/>
              </a:spcBef>
              <a:spcAft>
                <a:spcPts val="0"/>
              </a:spcAft>
              <a:buClr>
                <a:srgbClr val="C30000"/>
              </a:buClr>
              <a:buSzPts val="2934"/>
              <a:buFont typeface="Merriweather Sans"/>
              <a:buChar char="●"/>
              <a:defRPr sz="2934" b="0" i="0" u="none" strike="noStrike" cap="none">
                <a:solidFill>
                  <a:srgbClr val="000000"/>
                </a:solidFill>
                <a:latin typeface="Arial Narrow"/>
                <a:ea typeface="Arial Narrow"/>
                <a:cs typeface="Arial Narrow"/>
                <a:sym typeface="Arial Narrow"/>
              </a:defRPr>
            </a:lvl1pPr>
            <a:lvl2pPr marL="914400" marR="0" lvl="1" indent="-351129" algn="l" rtl="0">
              <a:spcBef>
                <a:spcPts val="400"/>
              </a:spcBef>
              <a:spcAft>
                <a:spcPts val="0"/>
              </a:spcAft>
              <a:buClr>
                <a:srgbClr val="C30000"/>
              </a:buClr>
              <a:buSzPts val="1930"/>
              <a:buFont typeface="Merriweather Sans"/>
              <a:buChar char="●"/>
              <a:defRPr sz="2144" b="0" i="0" u="none" strike="noStrike" cap="none">
                <a:solidFill>
                  <a:srgbClr val="000000"/>
                </a:solidFill>
                <a:latin typeface="Arial Narrow"/>
                <a:ea typeface="Arial Narrow"/>
                <a:cs typeface="Arial Narrow"/>
                <a:sym typeface="Arial Narrow"/>
              </a:defRPr>
            </a:lvl2pPr>
            <a:lvl3pPr marL="1371600" marR="0" lvl="2" indent="-317449" algn="l" rtl="0">
              <a:spcBef>
                <a:spcPts val="400"/>
              </a:spcBef>
              <a:spcAft>
                <a:spcPts val="0"/>
              </a:spcAft>
              <a:buClr>
                <a:srgbClr val="C30000"/>
              </a:buClr>
              <a:buSzPts val="1399"/>
              <a:buFont typeface="Merriweather Sans"/>
              <a:buChar char="●"/>
              <a:defRPr sz="1749" b="0" i="0" u="none" strike="noStrike" cap="none">
                <a:solidFill>
                  <a:srgbClr val="000000"/>
                </a:solidFill>
                <a:latin typeface="Arial Narrow"/>
                <a:ea typeface="Arial Narrow"/>
                <a:cs typeface="Arial Narrow"/>
                <a:sym typeface="Arial Narrow"/>
              </a:defRPr>
            </a:lvl3pPr>
            <a:lvl4pPr marL="1828800" marR="0" lvl="3" indent="-228600" algn="l" rtl="0">
              <a:spcBef>
                <a:spcPts val="797"/>
              </a:spcBef>
              <a:spcAft>
                <a:spcPts val="0"/>
              </a:spcAft>
              <a:buClr>
                <a:srgbClr val="FF0000"/>
              </a:buClr>
              <a:buSzPts val="2370"/>
              <a:buFont typeface="Arial"/>
              <a:buNone/>
              <a:defRPr sz="1580" b="0" i="0" u="none" strike="noStrike" cap="none">
                <a:solidFill>
                  <a:srgbClr val="595959"/>
                </a:solidFill>
                <a:latin typeface="Helvetica Neue"/>
                <a:ea typeface="Helvetica Neue"/>
                <a:cs typeface="Helvetica Neue"/>
                <a:sym typeface="Helvetica Neue"/>
              </a:defRPr>
            </a:lvl4pPr>
            <a:lvl5pPr marL="2286000" marR="0" lvl="4" indent="-357568" algn="l" rtl="0">
              <a:spcBef>
                <a:spcPts val="797"/>
              </a:spcBef>
              <a:spcAft>
                <a:spcPts val="0"/>
              </a:spcAft>
              <a:buClr>
                <a:srgbClr val="FF0000"/>
              </a:buClr>
              <a:buSzPts val="2031"/>
              <a:buFont typeface="Arial"/>
              <a:buChar char="•"/>
              <a:defRPr sz="1354" b="0" i="0" u="none" strike="noStrike" cap="none">
                <a:solidFill>
                  <a:srgbClr val="595959"/>
                </a:solidFill>
                <a:latin typeface="Helvetica Neue"/>
                <a:ea typeface="Helvetica Neue"/>
                <a:cs typeface="Helvetica Neue"/>
                <a:sym typeface="Helvetica Neue"/>
              </a:defRPr>
            </a:lvl5pPr>
            <a:lvl6pPr marL="2743200" marR="0" lvl="5" indent="-397001"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6pPr>
            <a:lvl7pPr marL="3200400" marR="0" lvl="6" indent="-397001"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7pPr>
            <a:lvl8pPr marL="3657600" marR="0" lvl="7" indent="-397002"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8pPr>
            <a:lvl9pPr marL="4114800" marR="0" lvl="8" indent="-397002"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9pPr>
          </a:lstStyle>
          <a:p>
            <a:endParaRPr/>
          </a:p>
        </p:txBody>
      </p:sp>
      <p:sp>
        <p:nvSpPr>
          <p:cNvPr id="31" name="Google Shape;31;p4"/>
          <p:cNvSpPr txBox="1">
            <a:spLocks noGrp="1"/>
          </p:cNvSpPr>
          <p:nvPr>
            <p:ph type="title"/>
          </p:nvPr>
        </p:nvSpPr>
        <p:spPr>
          <a:xfrm>
            <a:off x="533062" y="182407"/>
            <a:ext cx="10325173" cy="831477"/>
          </a:xfrm>
          <a:prstGeom prst="rect">
            <a:avLst/>
          </a:prstGeom>
          <a:noFill/>
          <a:ln>
            <a:noFill/>
          </a:ln>
        </p:spPr>
        <p:txBody>
          <a:bodyPr spcFirstLastPara="1" wrap="square" lIns="216000" tIns="108000" rIns="216000" bIns="108000" anchor="t" anchorCtr="0">
            <a:noAutofit/>
          </a:bodyPr>
          <a:lstStyle>
            <a:lvl1pPr marR="0" lvl="0" algn="l" rtl="0">
              <a:spcBef>
                <a:spcPts val="0"/>
              </a:spcBef>
              <a:spcAft>
                <a:spcPts val="0"/>
              </a:spcAft>
              <a:buSzPts val="1400"/>
              <a:buFont typeface="Anton"/>
              <a:buNone/>
              <a:defRPr sz="3441" i="0" u="none" strike="noStrike" cap="none">
                <a:solidFill>
                  <a:schemeClr val="dk1"/>
                </a:solidFill>
                <a:latin typeface="Anton"/>
                <a:ea typeface="Anton"/>
                <a:cs typeface="Anton"/>
                <a:sym typeface="Anton"/>
              </a:defRPr>
            </a:lvl1pPr>
            <a:lvl2pPr marR="0" lvl="1" algn="l" rtl="0">
              <a:spcBef>
                <a:spcPts val="1598"/>
              </a:spcBef>
              <a:spcAft>
                <a:spcPts val="0"/>
              </a:spcAft>
              <a:buSzPts val="1400"/>
              <a:buNone/>
              <a:defRPr sz="3666"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9pPr>
          </a:lstStyle>
          <a:p>
            <a:endParaRPr dirty="0"/>
          </a:p>
        </p:txBody>
      </p:sp>
      <p:pic>
        <p:nvPicPr>
          <p:cNvPr id="32" name="Google Shape;32;p4"/>
          <p:cNvPicPr preferRelativeResize="0"/>
          <p:nvPr/>
        </p:nvPicPr>
        <p:blipFill>
          <a:blip r:embed="rId2">
            <a:alphaModFix/>
          </a:blip>
          <a:stretch>
            <a:fillRect/>
          </a:stretch>
        </p:blipFill>
        <p:spPr>
          <a:xfrm>
            <a:off x="10968747" y="-8955"/>
            <a:ext cx="660004" cy="831600"/>
          </a:xfrm>
          <a:prstGeom prst="rect">
            <a:avLst/>
          </a:prstGeom>
          <a:noFill/>
          <a:ln>
            <a:noFill/>
          </a:ln>
        </p:spPr>
      </p:pic>
      <p:sp>
        <p:nvSpPr>
          <p:cNvPr id="33" name="Google Shape;33;p4"/>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rgbClr val="000000"/>
                </a:solidFill>
                <a:latin typeface="Arial Narrow"/>
                <a:ea typeface="Arial Narrow"/>
                <a:cs typeface="Arial Narrow"/>
                <a:sym typeface="Arial Narrow"/>
              </a:defRPr>
            </a:lvl1pPr>
            <a:lvl2pPr lvl="1">
              <a:buNone/>
              <a:defRPr>
                <a:solidFill>
                  <a:srgbClr val="000000"/>
                </a:solidFill>
                <a:latin typeface="Arial Narrow"/>
                <a:ea typeface="Arial Narrow"/>
                <a:cs typeface="Arial Narrow"/>
                <a:sym typeface="Arial Narrow"/>
              </a:defRPr>
            </a:lvl2pPr>
            <a:lvl3pPr lvl="2">
              <a:buNone/>
              <a:defRPr>
                <a:solidFill>
                  <a:srgbClr val="000000"/>
                </a:solidFill>
                <a:latin typeface="Arial Narrow"/>
                <a:ea typeface="Arial Narrow"/>
                <a:cs typeface="Arial Narrow"/>
                <a:sym typeface="Arial Narrow"/>
              </a:defRPr>
            </a:lvl3pPr>
            <a:lvl4pPr lvl="3">
              <a:buNone/>
              <a:defRPr>
                <a:solidFill>
                  <a:srgbClr val="000000"/>
                </a:solidFill>
                <a:latin typeface="Arial Narrow"/>
                <a:ea typeface="Arial Narrow"/>
                <a:cs typeface="Arial Narrow"/>
                <a:sym typeface="Arial Narrow"/>
              </a:defRPr>
            </a:lvl4pPr>
            <a:lvl5pPr lvl="4">
              <a:buNone/>
              <a:defRPr>
                <a:solidFill>
                  <a:srgbClr val="000000"/>
                </a:solidFill>
                <a:latin typeface="Arial Narrow"/>
                <a:ea typeface="Arial Narrow"/>
                <a:cs typeface="Arial Narrow"/>
                <a:sym typeface="Arial Narrow"/>
              </a:defRPr>
            </a:lvl5pPr>
            <a:lvl6pPr lvl="5">
              <a:buNone/>
              <a:defRPr>
                <a:solidFill>
                  <a:srgbClr val="000000"/>
                </a:solidFill>
                <a:latin typeface="Arial Narrow"/>
                <a:ea typeface="Arial Narrow"/>
                <a:cs typeface="Arial Narrow"/>
                <a:sym typeface="Arial Narrow"/>
              </a:defRPr>
            </a:lvl6pPr>
            <a:lvl7pPr lvl="6">
              <a:buNone/>
              <a:defRPr>
                <a:solidFill>
                  <a:srgbClr val="000000"/>
                </a:solidFill>
                <a:latin typeface="Arial Narrow"/>
                <a:ea typeface="Arial Narrow"/>
                <a:cs typeface="Arial Narrow"/>
                <a:sym typeface="Arial Narrow"/>
              </a:defRPr>
            </a:lvl7pPr>
            <a:lvl8pPr lvl="7">
              <a:buNone/>
              <a:defRPr>
                <a:solidFill>
                  <a:srgbClr val="000000"/>
                </a:solidFill>
                <a:latin typeface="Arial Narrow"/>
                <a:ea typeface="Arial Narrow"/>
                <a:cs typeface="Arial Narrow"/>
                <a:sym typeface="Arial Narrow"/>
              </a:defRPr>
            </a:lvl8pPr>
            <a:lvl9pPr lvl="8">
              <a:buNone/>
              <a:defRPr>
                <a:solidFill>
                  <a:srgbClr val="000000"/>
                </a:solidFill>
                <a:latin typeface="Arial Narrow"/>
                <a:ea typeface="Arial Narrow"/>
                <a:cs typeface="Arial Narrow"/>
                <a:sym typeface="Arial Narrow"/>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re seul sans filet">
  <p:cSld name="Titre seul sans filet">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533062" y="182407"/>
            <a:ext cx="10325173" cy="814158"/>
          </a:xfrm>
          <a:prstGeom prst="rect">
            <a:avLst/>
          </a:prstGeom>
          <a:noFill/>
          <a:ln>
            <a:noFill/>
          </a:ln>
        </p:spPr>
        <p:txBody>
          <a:bodyPr spcFirstLastPara="1" wrap="square" lIns="216000" tIns="108000" rIns="216000" bIns="108000" anchor="t" anchorCtr="0">
            <a:noAutofit/>
          </a:bodyPr>
          <a:lstStyle>
            <a:lvl1pPr marR="0" lvl="0" algn="l" rtl="0">
              <a:spcBef>
                <a:spcPts val="0"/>
              </a:spcBef>
              <a:spcAft>
                <a:spcPts val="0"/>
              </a:spcAft>
              <a:buSzPts val="1400"/>
              <a:buFont typeface="Anton"/>
              <a:buNone/>
              <a:defRPr sz="3441" i="0" u="none" strike="noStrike" cap="none">
                <a:solidFill>
                  <a:schemeClr val="dk1"/>
                </a:solidFill>
                <a:latin typeface="Anton"/>
                <a:ea typeface="Anton"/>
                <a:cs typeface="Anton"/>
                <a:sym typeface="Anton"/>
              </a:defRPr>
            </a:lvl1pPr>
            <a:lvl2pPr marR="0" lvl="1"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9pPr>
          </a:lstStyle>
          <a:p>
            <a:endParaRPr dirty="0"/>
          </a:p>
        </p:txBody>
      </p:sp>
      <p:pic>
        <p:nvPicPr>
          <p:cNvPr id="36" name="Google Shape;36;p5"/>
          <p:cNvPicPr preferRelativeResize="0"/>
          <p:nvPr/>
        </p:nvPicPr>
        <p:blipFill>
          <a:blip r:embed="rId2">
            <a:alphaModFix/>
          </a:blip>
          <a:stretch>
            <a:fillRect/>
          </a:stretch>
        </p:blipFill>
        <p:spPr>
          <a:xfrm>
            <a:off x="10968747" y="-8955"/>
            <a:ext cx="660004" cy="831600"/>
          </a:xfrm>
          <a:prstGeom prst="rect">
            <a:avLst/>
          </a:prstGeom>
          <a:noFill/>
          <a:ln>
            <a:noFill/>
          </a:ln>
        </p:spPr>
      </p:pic>
      <p:sp>
        <p:nvSpPr>
          <p:cNvPr id="37" name="Google Shape;37;p5"/>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chemeClr val="dk1"/>
                </a:solidFill>
                <a:latin typeface="Anton"/>
                <a:ea typeface="Anton"/>
                <a:cs typeface="Anton"/>
                <a:sym typeface="Anton"/>
              </a:defRPr>
            </a:lvl1pPr>
            <a:lvl2pPr lvl="1">
              <a:buNone/>
              <a:defRPr>
                <a:solidFill>
                  <a:schemeClr val="dk1"/>
                </a:solidFill>
                <a:latin typeface="Anton"/>
                <a:ea typeface="Anton"/>
                <a:cs typeface="Anton"/>
                <a:sym typeface="Anton"/>
              </a:defRPr>
            </a:lvl2pPr>
            <a:lvl3pPr lvl="2">
              <a:buNone/>
              <a:defRPr>
                <a:solidFill>
                  <a:schemeClr val="dk1"/>
                </a:solidFill>
                <a:latin typeface="Anton"/>
                <a:ea typeface="Anton"/>
                <a:cs typeface="Anton"/>
                <a:sym typeface="Anton"/>
              </a:defRPr>
            </a:lvl3pPr>
            <a:lvl4pPr lvl="3">
              <a:buNone/>
              <a:defRPr>
                <a:solidFill>
                  <a:schemeClr val="dk1"/>
                </a:solidFill>
                <a:latin typeface="Anton"/>
                <a:ea typeface="Anton"/>
                <a:cs typeface="Anton"/>
                <a:sym typeface="Anton"/>
              </a:defRPr>
            </a:lvl4pPr>
            <a:lvl5pPr lvl="4">
              <a:buNone/>
              <a:defRPr>
                <a:solidFill>
                  <a:schemeClr val="dk1"/>
                </a:solidFill>
                <a:latin typeface="Anton"/>
                <a:ea typeface="Anton"/>
                <a:cs typeface="Anton"/>
                <a:sym typeface="Anton"/>
              </a:defRPr>
            </a:lvl5pPr>
            <a:lvl6pPr lvl="5">
              <a:buNone/>
              <a:defRPr>
                <a:solidFill>
                  <a:schemeClr val="dk1"/>
                </a:solidFill>
                <a:latin typeface="Anton"/>
                <a:ea typeface="Anton"/>
                <a:cs typeface="Anton"/>
                <a:sym typeface="Anton"/>
              </a:defRPr>
            </a:lvl6pPr>
            <a:lvl7pPr lvl="6">
              <a:buNone/>
              <a:defRPr>
                <a:solidFill>
                  <a:schemeClr val="dk1"/>
                </a:solidFill>
                <a:latin typeface="Anton"/>
                <a:ea typeface="Anton"/>
                <a:cs typeface="Anton"/>
                <a:sym typeface="Anton"/>
              </a:defRPr>
            </a:lvl7pPr>
            <a:lvl8pPr lvl="7">
              <a:buNone/>
              <a:defRPr>
                <a:solidFill>
                  <a:schemeClr val="dk1"/>
                </a:solidFill>
                <a:latin typeface="Anton"/>
                <a:ea typeface="Anton"/>
                <a:cs typeface="Anton"/>
                <a:sym typeface="Anton"/>
              </a:defRPr>
            </a:lvl8pPr>
            <a:lvl9pPr lvl="8">
              <a:buNone/>
              <a:defRPr>
                <a:solidFill>
                  <a:schemeClr val="dk1"/>
                </a:solidFill>
                <a:latin typeface="Anton"/>
                <a:ea typeface="Anton"/>
                <a:cs typeface="Anton"/>
                <a:sym typeface="Anton"/>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re et canvas">
  <p:cSld name="Titre et canvas">
    <p:spTree>
      <p:nvGrpSpPr>
        <p:cNvPr id="1" name="Shape 38"/>
        <p:cNvGrpSpPr/>
        <p:nvPr/>
      </p:nvGrpSpPr>
      <p:grpSpPr>
        <a:xfrm>
          <a:off x="0" y="0"/>
          <a:ext cx="0" cy="0"/>
          <a:chOff x="0" y="0"/>
          <a:chExt cx="0" cy="0"/>
        </a:xfrm>
      </p:grpSpPr>
      <p:grpSp>
        <p:nvGrpSpPr>
          <p:cNvPr id="39" name="Google Shape;39;p6"/>
          <p:cNvGrpSpPr/>
          <p:nvPr/>
        </p:nvGrpSpPr>
        <p:grpSpPr>
          <a:xfrm>
            <a:off x="896" y="882447"/>
            <a:ext cx="12191999" cy="127216"/>
            <a:chOff x="891" y="1433935"/>
            <a:chExt cx="19805650" cy="206338"/>
          </a:xfrm>
        </p:grpSpPr>
        <p:sp>
          <p:nvSpPr>
            <p:cNvPr id="40" name="Google Shape;40;p6"/>
            <p:cNvSpPr/>
            <p:nvPr/>
          </p:nvSpPr>
          <p:spPr>
            <a:xfrm>
              <a:off x="891" y="1433935"/>
              <a:ext cx="19805650" cy="87185"/>
            </a:xfrm>
            <a:prstGeom prst="rect">
              <a:avLst/>
            </a:prstGeom>
            <a:solidFill>
              <a:srgbClr val="D9D9D9"/>
            </a:solidFill>
            <a:ln>
              <a:noFill/>
            </a:ln>
          </p:spPr>
          <p:txBody>
            <a:bodyPr spcFirstLastPara="1" wrap="square" lIns="198000" tIns="99000" rIns="198000" bIns="99000" anchor="ctr" anchorCtr="0">
              <a:noAutofit/>
            </a:bodyPr>
            <a:lstStyle/>
            <a:p>
              <a:pPr marL="0" marR="0" lvl="0" indent="0" algn="ctr" rtl="0">
                <a:lnSpc>
                  <a:spcPct val="100000"/>
                </a:lnSpc>
                <a:spcBef>
                  <a:spcPts val="0"/>
                </a:spcBef>
                <a:spcAft>
                  <a:spcPts val="0"/>
                </a:spcAft>
                <a:buNone/>
              </a:pPr>
              <a:endParaRPr sz="2426" b="0" i="0" u="none" strike="noStrike" cap="none">
                <a:solidFill>
                  <a:schemeClr val="lt1"/>
                </a:solidFill>
                <a:latin typeface="Arial"/>
                <a:ea typeface="Arial"/>
                <a:cs typeface="Arial"/>
                <a:sym typeface="Arial"/>
              </a:endParaRPr>
            </a:p>
          </p:txBody>
        </p:sp>
        <p:sp>
          <p:nvSpPr>
            <p:cNvPr id="41" name="Google Shape;41;p6"/>
            <p:cNvSpPr/>
            <p:nvPr/>
          </p:nvSpPr>
          <p:spPr>
            <a:xfrm>
              <a:off x="891" y="1553088"/>
              <a:ext cx="19805650" cy="87185"/>
            </a:xfrm>
            <a:prstGeom prst="rect">
              <a:avLst/>
            </a:prstGeom>
            <a:solidFill>
              <a:srgbClr val="D9D9D9"/>
            </a:solidFill>
            <a:ln>
              <a:noFill/>
            </a:ln>
          </p:spPr>
          <p:txBody>
            <a:bodyPr spcFirstLastPara="1" wrap="square" lIns="198000" tIns="99000" rIns="198000" bIns="99000" anchor="ctr" anchorCtr="0">
              <a:noAutofit/>
            </a:bodyPr>
            <a:lstStyle/>
            <a:p>
              <a:pPr marL="0" marR="0" lvl="0" indent="0" algn="ctr" rtl="0">
                <a:lnSpc>
                  <a:spcPct val="100000"/>
                </a:lnSpc>
                <a:spcBef>
                  <a:spcPts val="0"/>
                </a:spcBef>
                <a:spcAft>
                  <a:spcPts val="0"/>
                </a:spcAft>
                <a:buNone/>
              </a:pPr>
              <a:endParaRPr sz="2426" b="0" i="0" u="none" strike="noStrike" cap="none">
                <a:solidFill>
                  <a:schemeClr val="lt1"/>
                </a:solidFill>
                <a:latin typeface="Arial"/>
                <a:ea typeface="Arial"/>
                <a:cs typeface="Arial"/>
                <a:sym typeface="Arial"/>
              </a:endParaRPr>
            </a:p>
          </p:txBody>
        </p:sp>
      </p:grpSp>
      <p:sp>
        <p:nvSpPr>
          <p:cNvPr id="42" name="Google Shape;42;p6"/>
          <p:cNvSpPr txBox="1">
            <a:spLocks noGrp="1"/>
          </p:cNvSpPr>
          <p:nvPr>
            <p:ph type="body" idx="1"/>
          </p:nvPr>
        </p:nvSpPr>
        <p:spPr>
          <a:xfrm>
            <a:off x="362844" y="1325035"/>
            <a:ext cx="5594577" cy="4822282"/>
          </a:xfrm>
          <a:prstGeom prst="rect">
            <a:avLst/>
          </a:prstGeom>
          <a:noFill/>
          <a:ln>
            <a:noFill/>
          </a:ln>
        </p:spPr>
        <p:txBody>
          <a:bodyPr spcFirstLastPara="1" wrap="square" lIns="0" tIns="0" rIns="0" bIns="0" anchor="t" anchorCtr="0">
            <a:noAutofit/>
          </a:bodyPr>
          <a:lstStyle>
            <a:lvl1pPr marL="457200" marR="0" lvl="0" indent="-418465" algn="l" rtl="0">
              <a:lnSpc>
                <a:spcPct val="100000"/>
              </a:lnSpc>
              <a:spcBef>
                <a:spcPts val="0"/>
              </a:spcBef>
              <a:spcAft>
                <a:spcPts val="0"/>
              </a:spcAft>
              <a:buClr>
                <a:srgbClr val="C30000"/>
              </a:buClr>
              <a:buSzPts val="2990"/>
              <a:buFont typeface="Merriweather Sans"/>
              <a:buChar char="●"/>
              <a:defRPr sz="2990" b="0" i="0" u="none" strike="noStrike" cap="none">
                <a:solidFill>
                  <a:srgbClr val="000000"/>
                </a:solidFill>
                <a:latin typeface="Arial Narrow"/>
                <a:ea typeface="Arial Narrow"/>
                <a:cs typeface="Arial Narrow"/>
                <a:sym typeface="Arial Narrow"/>
              </a:defRPr>
            </a:lvl1pPr>
            <a:lvl2pPr marL="914400" marR="0" lvl="1" indent="-351129" algn="l" rtl="0">
              <a:spcBef>
                <a:spcPts val="400"/>
              </a:spcBef>
              <a:spcAft>
                <a:spcPts val="0"/>
              </a:spcAft>
              <a:buClr>
                <a:srgbClr val="C30000"/>
              </a:buClr>
              <a:buSzPts val="1930"/>
              <a:buFont typeface="Merriweather Sans"/>
              <a:buChar char="●"/>
              <a:defRPr sz="2144" b="0" i="0" u="none" strike="noStrike" cap="none">
                <a:solidFill>
                  <a:srgbClr val="000000"/>
                </a:solidFill>
                <a:latin typeface="Arial Narrow"/>
                <a:ea typeface="Arial Narrow"/>
                <a:cs typeface="Arial Narrow"/>
                <a:sym typeface="Arial Narrow"/>
              </a:defRPr>
            </a:lvl2pPr>
            <a:lvl3pPr marL="1371600" marR="0" lvl="2" indent="-328930" algn="l" rtl="0">
              <a:spcBef>
                <a:spcPts val="400"/>
              </a:spcBef>
              <a:spcAft>
                <a:spcPts val="0"/>
              </a:spcAft>
              <a:buClr>
                <a:srgbClr val="C30000"/>
              </a:buClr>
              <a:buSzPts val="1580"/>
              <a:buFont typeface="Merriweather Sans"/>
              <a:buChar char="●"/>
              <a:defRPr sz="1975" b="0" i="0" u="none" strike="noStrike" cap="none">
                <a:solidFill>
                  <a:srgbClr val="000000"/>
                </a:solidFill>
                <a:latin typeface="Arial Narrow"/>
                <a:ea typeface="Arial Narrow"/>
                <a:cs typeface="Arial Narrow"/>
                <a:sym typeface="Arial Narrow"/>
              </a:defRPr>
            </a:lvl3pPr>
            <a:lvl4pPr marL="1828800" marR="0" lvl="3" indent="-379094" algn="l" rtl="0">
              <a:spcBef>
                <a:spcPts val="797"/>
              </a:spcBef>
              <a:spcAft>
                <a:spcPts val="0"/>
              </a:spcAft>
              <a:buClr>
                <a:srgbClr val="FF0000"/>
              </a:buClr>
              <a:buSzPts val="2370"/>
              <a:buFont typeface="Arial"/>
              <a:buChar char="•"/>
              <a:defRPr sz="1580" b="0" i="0" u="none" strike="noStrike" cap="none">
                <a:solidFill>
                  <a:srgbClr val="595959"/>
                </a:solidFill>
                <a:latin typeface="Helvetica Neue"/>
                <a:ea typeface="Helvetica Neue"/>
                <a:cs typeface="Helvetica Neue"/>
                <a:sym typeface="Helvetica Neue"/>
              </a:defRPr>
            </a:lvl4pPr>
            <a:lvl5pPr marL="2286000" marR="0" lvl="4" indent="-357568" algn="l" rtl="0">
              <a:spcBef>
                <a:spcPts val="797"/>
              </a:spcBef>
              <a:spcAft>
                <a:spcPts val="0"/>
              </a:spcAft>
              <a:buClr>
                <a:srgbClr val="FF0000"/>
              </a:buClr>
              <a:buSzPts val="2031"/>
              <a:buFont typeface="Arial"/>
              <a:buChar char="•"/>
              <a:defRPr sz="1354" b="0" i="0" u="none" strike="noStrike" cap="none">
                <a:solidFill>
                  <a:srgbClr val="595959"/>
                </a:solidFill>
                <a:latin typeface="Helvetica Neue"/>
                <a:ea typeface="Helvetica Neue"/>
                <a:cs typeface="Helvetica Neue"/>
                <a:sym typeface="Helvetica Neue"/>
              </a:defRPr>
            </a:lvl5pPr>
            <a:lvl6pPr marL="2743200" marR="0" lvl="5" indent="-397001"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6pPr>
            <a:lvl7pPr marL="3200400" marR="0" lvl="6" indent="-397001"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7pPr>
            <a:lvl8pPr marL="3657600" marR="0" lvl="7" indent="-397002"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8pPr>
            <a:lvl9pPr marL="4114800" marR="0" lvl="8" indent="-397002"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6106938" y="1325035"/>
            <a:ext cx="5594195" cy="4822282"/>
          </a:xfrm>
          <a:prstGeom prst="rect">
            <a:avLst/>
          </a:prstGeom>
          <a:noFill/>
          <a:ln>
            <a:noFill/>
          </a:ln>
        </p:spPr>
        <p:txBody>
          <a:bodyPr spcFirstLastPara="1" wrap="square" lIns="0" tIns="0" rIns="0" bIns="0" anchor="t" anchorCtr="0">
            <a:noAutofit/>
          </a:bodyPr>
          <a:lstStyle>
            <a:lvl1pPr marL="457200" marR="0" lvl="0" indent="-414908" algn="l" rtl="0">
              <a:lnSpc>
                <a:spcPct val="100000"/>
              </a:lnSpc>
              <a:spcBef>
                <a:spcPts val="0"/>
              </a:spcBef>
              <a:spcAft>
                <a:spcPts val="0"/>
              </a:spcAft>
              <a:buClr>
                <a:srgbClr val="C30000"/>
              </a:buClr>
              <a:buSzPts val="2934"/>
              <a:buFont typeface="Merriweather Sans"/>
              <a:buChar char="●"/>
              <a:defRPr sz="2934" b="0" i="0" u="none" strike="noStrike" cap="none">
                <a:solidFill>
                  <a:srgbClr val="000000"/>
                </a:solidFill>
                <a:latin typeface="Arial Narrow"/>
                <a:ea typeface="Arial Narrow"/>
                <a:cs typeface="Arial Narrow"/>
                <a:sym typeface="Arial Narrow"/>
              </a:defRPr>
            </a:lvl1pPr>
            <a:lvl2pPr marL="914400" marR="0" lvl="1" indent="-351129" algn="l" rtl="0">
              <a:spcBef>
                <a:spcPts val="400"/>
              </a:spcBef>
              <a:spcAft>
                <a:spcPts val="0"/>
              </a:spcAft>
              <a:buClr>
                <a:srgbClr val="C30000"/>
              </a:buClr>
              <a:buSzPts val="1930"/>
              <a:buFont typeface="Merriweather Sans"/>
              <a:buChar char="●"/>
              <a:defRPr sz="2144" b="0" i="0" u="none" strike="noStrike" cap="none">
                <a:solidFill>
                  <a:srgbClr val="000000"/>
                </a:solidFill>
                <a:latin typeface="Arial Narrow"/>
                <a:ea typeface="Arial Narrow"/>
                <a:cs typeface="Arial Narrow"/>
                <a:sym typeface="Arial Narrow"/>
              </a:defRPr>
            </a:lvl2pPr>
            <a:lvl3pPr marL="1371600" marR="0" lvl="2" indent="-328930" algn="l" rtl="0">
              <a:spcBef>
                <a:spcPts val="400"/>
              </a:spcBef>
              <a:spcAft>
                <a:spcPts val="0"/>
              </a:spcAft>
              <a:buClr>
                <a:srgbClr val="C30000"/>
              </a:buClr>
              <a:buSzPts val="1580"/>
              <a:buFont typeface="Merriweather Sans"/>
              <a:buChar char="●"/>
              <a:defRPr sz="1975" b="0" i="0" u="none" strike="noStrike" cap="none">
                <a:solidFill>
                  <a:srgbClr val="000000"/>
                </a:solidFill>
                <a:latin typeface="Arial Narrow"/>
                <a:ea typeface="Arial Narrow"/>
                <a:cs typeface="Arial Narrow"/>
                <a:sym typeface="Arial Narrow"/>
              </a:defRPr>
            </a:lvl3pPr>
            <a:lvl4pPr marL="1828800" marR="0" lvl="3" indent="-379094" algn="l" rtl="0">
              <a:spcBef>
                <a:spcPts val="797"/>
              </a:spcBef>
              <a:spcAft>
                <a:spcPts val="0"/>
              </a:spcAft>
              <a:buClr>
                <a:srgbClr val="FF0000"/>
              </a:buClr>
              <a:buSzPts val="2370"/>
              <a:buFont typeface="Arial"/>
              <a:buChar char="•"/>
              <a:defRPr sz="1580" b="0" i="0" u="none" strike="noStrike" cap="none">
                <a:solidFill>
                  <a:srgbClr val="595959"/>
                </a:solidFill>
                <a:latin typeface="Helvetica Neue"/>
                <a:ea typeface="Helvetica Neue"/>
                <a:cs typeface="Helvetica Neue"/>
                <a:sym typeface="Helvetica Neue"/>
              </a:defRPr>
            </a:lvl4pPr>
            <a:lvl5pPr marL="2286000" marR="0" lvl="4" indent="-357568" algn="l" rtl="0">
              <a:spcBef>
                <a:spcPts val="797"/>
              </a:spcBef>
              <a:spcAft>
                <a:spcPts val="0"/>
              </a:spcAft>
              <a:buClr>
                <a:srgbClr val="FF0000"/>
              </a:buClr>
              <a:buSzPts val="2031"/>
              <a:buFont typeface="Arial"/>
              <a:buChar char="•"/>
              <a:defRPr sz="1354" b="0" i="0" u="none" strike="noStrike" cap="none">
                <a:solidFill>
                  <a:srgbClr val="595959"/>
                </a:solidFill>
                <a:latin typeface="Helvetica Neue"/>
                <a:ea typeface="Helvetica Neue"/>
                <a:cs typeface="Helvetica Neue"/>
                <a:sym typeface="Helvetica Neue"/>
              </a:defRPr>
            </a:lvl5pPr>
            <a:lvl6pPr marL="2743200" marR="0" lvl="5" indent="-397001"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6pPr>
            <a:lvl7pPr marL="3200400" marR="0" lvl="6" indent="-397001"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7pPr>
            <a:lvl8pPr marL="3657600" marR="0" lvl="7" indent="-397002"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8pPr>
            <a:lvl9pPr marL="4114800" marR="0" lvl="8" indent="-397002"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title"/>
          </p:nvPr>
        </p:nvSpPr>
        <p:spPr>
          <a:xfrm>
            <a:off x="533062" y="182407"/>
            <a:ext cx="10325173" cy="831477"/>
          </a:xfrm>
          <a:prstGeom prst="rect">
            <a:avLst/>
          </a:prstGeom>
          <a:noFill/>
          <a:ln>
            <a:noFill/>
          </a:ln>
        </p:spPr>
        <p:txBody>
          <a:bodyPr spcFirstLastPara="1" wrap="square" lIns="216000" tIns="108000" rIns="216000" bIns="108000" anchor="t" anchorCtr="0">
            <a:noAutofit/>
          </a:bodyPr>
          <a:lstStyle>
            <a:lvl1pPr marR="0" lvl="0" algn="l" rtl="0">
              <a:spcBef>
                <a:spcPts val="0"/>
              </a:spcBef>
              <a:spcAft>
                <a:spcPts val="0"/>
              </a:spcAft>
              <a:buSzPts val="1400"/>
              <a:buFont typeface="Anton"/>
              <a:buNone/>
              <a:defRPr sz="3441" i="0" u="none" strike="noStrike" cap="none">
                <a:solidFill>
                  <a:schemeClr val="dk1"/>
                </a:solidFill>
                <a:latin typeface="Anton"/>
                <a:ea typeface="Anton"/>
                <a:cs typeface="Anton"/>
                <a:sym typeface="Anton"/>
              </a:defRPr>
            </a:lvl1pPr>
            <a:lvl2pPr marR="0" lvl="1" algn="l" rtl="0">
              <a:spcBef>
                <a:spcPts val="1598"/>
              </a:spcBef>
              <a:spcAft>
                <a:spcPts val="0"/>
              </a:spcAft>
              <a:buSzPts val="1400"/>
              <a:buNone/>
              <a:defRPr sz="3666"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9pPr>
          </a:lstStyle>
          <a:p>
            <a:endParaRPr dirty="0"/>
          </a:p>
        </p:txBody>
      </p:sp>
      <p:pic>
        <p:nvPicPr>
          <p:cNvPr id="45" name="Google Shape;45;p6"/>
          <p:cNvPicPr preferRelativeResize="0"/>
          <p:nvPr/>
        </p:nvPicPr>
        <p:blipFill>
          <a:blip r:embed="rId2">
            <a:alphaModFix/>
          </a:blip>
          <a:stretch>
            <a:fillRect/>
          </a:stretch>
        </p:blipFill>
        <p:spPr>
          <a:xfrm>
            <a:off x="10968747" y="-8955"/>
            <a:ext cx="660004" cy="831600"/>
          </a:xfrm>
          <a:prstGeom prst="rect">
            <a:avLst/>
          </a:prstGeom>
          <a:noFill/>
          <a:ln>
            <a:noFill/>
          </a:ln>
        </p:spPr>
      </p:pic>
      <p:sp>
        <p:nvSpPr>
          <p:cNvPr id="46" name="Google Shape;46;p6"/>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rgbClr val="000000"/>
                </a:solidFill>
                <a:latin typeface="Arial Narrow"/>
                <a:ea typeface="Arial Narrow"/>
                <a:cs typeface="Arial Narrow"/>
                <a:sym typeface="Arial Narrow"/>
              </a:defRPr>
            </a:lvl1pPr>
            <a:lvl2pPr lvl="1">
              <a:buNone/>
              <a:defRPr>
                <a:solidFill>
                  <a:srgbClr val="000000"/>
                </a:solidFill>
                <a:latin typeface="Arial Narrow"/>
                <a:ea typeface="Arial Narrow"/>
                <a:cs typeface="Arial Narrow"/>
                <a:sym typeface="Arial Narrow"/>
              </a:defRPr>
            </a:lvl2pPr>
            <a:lvl3pPr lvl="2">
              <a:buNone/>
              <a:defRPr>
                <a:solidFill>
                  <a:srgbClr val="000000"/>
                </a:solidFill>
                <a:latin typeface="Arial Narrow"/>
                <a:ea typeface="Arial Narrow"/>
                <a:cs typeface="Arial Narrow"/>
                <a:sym typeface="Arial Narrow"/>
              </a:defRPr>
            </a:lvl3pPr>
            <a:lvl4pPr lvl="3">
              <a:buNone/>
              <a:defRPr>
                <a:solidFill>
                  <a:srgbClr val="000000"/>
                </a:solidFill>
                <a:latin typeface="Arial Narrow"/>
                <a:ea typeface="Arial Narrow"/>
                <a:cs typeface="Arial Narrow"/>
                <a:sym typeface="Arial Narrow"/>
              </a:defRPr>
            </a:lvl4pPr>
            <a:lvl5pPr lvl="4">
              <a:buNone/>
              <a:defRPr>
                <a:solidFill>
                  <a:srgbClr val="000000"/>
                </a:solidFill>
                <a:latin typeface="Arial Narrow"/>
                <a:ea typeface="Arial Narrow"/>
                <a:cs typeface="Arial Narrow"/>
                <a:sym typeface="Arial Narrow"/>
              </a:defRPr>
            </a:lvl5pPr>
            <a:lvl6pPr lvl="5">
              <a:buNone/>
              <a:defRPr>
                <a:solidFill>
                  <a:srgbClr val="000000"/>
                </a:solidFill>
                <a:latin typeface="Arial Narrow"/>
                <a:ea typeface="Arial Narrow"/>
                <a:cs typeface="Arial Narrow"/>
                <a:sym typeface="Arial Narrow"/>
              </a:defRPr>
            </a:lvl6pPr>
            <a:lvl7pPr lvl="6">
              <a:buNone/>
              <a:defRPr>
                <a:solidFill>
                  <a:srgbClr val="000000"/>
                </a:solidFill>
                <a:latin typeface="Arial Narrow"/>
                <a:ea typeface="Arial Narrow"/>
                <a:cs typeface="Arial Narrow"/>
                <a:sym typeface="Arial Narrow"/>
              </a:defRPr>
            </a:lvl7pPr>
            <a:lvl8pPr lvl="7">
              <a:buNone/>
              <a:defRPr>
                <a:solidFill>
                  <a:srgbClr val="000000"/>
                </a:solidFill>
                <a:latin typeface="Arial Narrow"/>
                <a:ea typeface="Arial Narrow"/>
                <a:cs typeface="Arial Narrow"/>
                <a:sym typeface="Arial Narrow"/>
              </a:defRPr>
            </a:lvl8pPr>
            <a:lvl9pPr lvl="8">
              <a:buNone/>
              <a:defRPr>
                <a:solidFill>
                  <a:srgbClr val="000000"/>
                </a:solidFill>
                <a:latin typeface="Arial Narrow"/>
                <a:ea typeface="Arial Narrow"/>
                <a:cs typeface="Arial Narrow"/>
                <a:sym typeface="Arial Narrow"/>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ans titre">
  <p:cSld name="Sans titre">
    <p:spTree>
      <p:nvGrpSpPr>
        <p:cNvPr id="1" name="Shape 47"/>
        <p:cNvGrpSpPr/>
        <p:nvPr/>
      </p:nvGrpSpPr>
      <p:grpSpPr>
        <a:xfrm>
          <a:off x="0" y="0"/>
          <a:ext cx="0" cy="0"/>
          <a:chOff x="0" y="0"/>
          <a:chExt cx="0" cy="0"/>
        </a:xfrm>
      </p:grpSpPr>
      <p:pic>
        <p:nvPicPr>
          <p:cNvPr id="48" name="Google Shape;48;p7"/>
          <p:cNvPicPr preferRelativeResize="0"/>
          <p:nvPr/>
        </p:nvPicPr>
        <p:blipFill>
          <a:blip r:embed="rId2">
            <a:alphaModFix/>
          </a:blip>
          <a:stretch>
            <a:fillRect/>
          </a:stretch>
        </p:blipFill>
        <p:spPr>
          <a:xfrm>
            <a:off x="10968747" y="-8955"/>
            <a:ext cx="660004" cy="831600"/>
          </a:xfrm>
          <a:prstGeom prst="rect">
            <a:avLst/>
          </a:prstGeom>
          <a:noFill/>
          <a:ln>
            <a:noFill/>
          </a:ln>
        </p:spPr>
      </p:pic>
      <p:sp>
        <p:nvSpPr>
          <p:cNvPr id="49" name="Google Shape;49;p7"/>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ide">
  <p:cSld name="Vide">
    <p:spTree>
      <p:nvGrpSpPr>
        <p:cNvPr id="1" name="Shape 50"/>
        <p:cNvGrpSpPr/>
        <p:nvPr/>
      </p:nvGrpSpPr>
      <p:grpSpPr>
        <a:xfrm>
          <a:off x="0" y="0"/>
          <a:ext cx="0" cy="0"/>
          <a:chOff x="0" y="0"/>
          <a:chExt cx="0" cy="0"/>
        </a:xfrm>
      </p:grpSpPr>
      <p:sp>
        <p:nvSpPr>
          <p:cNvPr id="51" name="Google Shape;51;p8"/>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52"/>
        <p:cNvGrpSpPr/>
        <p:nvPr/>
      </p:nvGrpSpPr>
      <p:grpSpPr>
        <a:xfrm>
          <a:off x="0" y="0"/>
          <a:ext cx="0" cy="0"/>
          <a:chOff x="0" y="0"/>
          <a:chExt cx="0" cy="0"/>
        </a:xfrm>
      </p:grpSpPr>
      <p:sp>
        <p:nvSpPr>
          <p:cNvPr id="53" name="Google Shape;53;p9"/>
          <p:cNvSpPr txBox="1">
            <a:spLocks noGrp="1"/>
          </p:cNvSpPr>
          <p:nvPr>
            <p:ph type="ctrTitle"/>
          </p:nvPr>
        </p:nvSpPr>
        <p:spPr>
          <a:xfrm>
            <a:off x="1727200" y="1676403"/>
            <a:ext cx="10363200" cy="14700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2"/>
              </a:buClr>
              <a:buSzPts val="1400"/>
              <a:buFont typeface="Arial"/>
              <a:buNone/>
              <a:defRPr sz="3200" b="0" i="0" u="none" strike="noStrike" cap="none">
                <a:solidFill>
                  <a:schemeClr val="dk2"/>
                </a:solidFill>
                <a:latin typeface="Arial"/>
                <a:ea typeface="Arial"/>
                <a:cs typeface="Arial"/>
                <a:sym typeface="Arial"/>
              </a:defRPr>
            </a:lvl1pPr>
            <a:lvl2pPr marR="0" lvl="1" algn="ctr" rtl="0">
              <a:spcBef>
                <a:spcPts val="0"/>
              </a:spcBef>
              <a:spcAft>
                <a:spcPts val="0"/>
              </a:spcAft>
              <a:buClr>
                <a:schemeClr val="dk2"/>
              </a:buClr>
              <a:buSzPts val="1400"/>
              <a:buFont typeface="Arial"/>
              <a:buNone/>
              <a:defRPr sz="3200" b="0" i="0" u="none" strike="noStrike" cap="none">
                <a:solidFill>
                  <a:schemeClr val="dk2"/>
                </a:solidFill>
                <a:latin typeface="Arial"/>
                <a:ea typeface="Arial"/>
                <a:cs typeface="Arial"/>
                <a:sym typeface="Arial"/>
              </a:defRPr>
            </a:lvl2pPr>
            <a:lvl3pPr marR="0" lvl="2" algn="ctr" rtl="0">
              <a:spcBef>
                <a:spcPts val="0"/>
              </a:spcBef>
              <a:spcAft>
                <a:spcPts val="0"/>
              </a:spcAft>
              <a:buClr>
                <a:schemeClr val="dk2"/>
              </a:buClr>
              <a:buSzPts val="1400"/>
              <a:buFont typeface="Arial"/>
              <a:buNone/>
              <a:defRPr sz="3200" b="0" i="0" u="none" strike="noStrike" cap="none">
                <a:solidFill>
                  <a:schemeClr val="dk2"/>
                </a:solidFill>
                <a:latin typeface="Arial"/>
                <a:ea typeface="Arial"/>
                <a:cs typeface="Arial"/>
                <a:sym typeface="Arial"/>
              </a:defRPr>
            </a:lvl3pPr>
            <a:lvl4pPr marR="0" lvl="3" algn="ctr" rtl="0">
              <a:spcBef>
                <a:spcPts val="0"/>
              </a:spcBef>
              <a:spcAft>
                <a:spcPts val="0"/>
              </a:spcAft>
              <a:buClr>
                <a:schemeClr val="dk2"/>
              </a:buClr>
              <a:buSzPts val="1400"/>
              <a:buFont typeface="Arial"/>
              <a:buNone/>
              <a:defRPr sz="3200" b="0" i="0" u="none" strike="noStrike" cap="none">
                <a:solidFill>
                  <a:schemeClr val="dk2"/>
                </a:solidFill>
                <a:latin typeface="Arial"/>
                <a:ea typeface="Arial"/>
                <a:cs typeface="Arial"/>
                <a:sym typeface="Arial"/>
              </a:defRPr>
            </a:lvl4pPr>
            <a:lvl5pPr marR="0" lvl="4" algn="ctr" rtl="0">
              <a:spcBef>
                <a:spcPts val="0"/>
              </a:spcBef>
              <a:spcAft>
                <a:spcPts val="0"/>
              </a:spcAft>
              <a:buClr>
                <a:schemeClr val="dk2"/>
              </a:buClr>
              <a:buSzPts val="1400"/>
              <a:buFont typeface="Arial"/>
              <a:buNone/>
              <a:defRPr sz="3200" b="0" i="0" u="none" strike="noStrike" cap="none">
                <a:solidFill>
                  <a:schemeClr val="dk2"/>
                </a:solidFill>
                <a:latin typeface="Arial"/>
                <a:ea typeface="Arial"/>
                <a:cs typeface="Arial"/>
                <a:sym typeface="Arial"/>
              </a:defRPr>
            </a:lvl5pPr>
            <a:lvl6pPr marR="0" lvl="5" algn="ctr" rtl="0">
              <a:spcBef>
                <a:spcPts val="0"/>
              </a:spcBef>
              <a:spcAft>
                <a:spcPts val="0"/>
              </a:spcAft>
              <a:buClr>
                <a:schemeClr val="dk2"/>
              </a:buClr>
              <a:buSzPts val="1400"/>
              <a:buFont typeface="Arial"/>
              <a:buNone/>
              <a:defRPr sz="3200" b="0" i="0" u="none" strike="noStrike" cap="none">
                <a:solidFill>
                  <a:schemeClr val="dk2"/>
                </a:solidFill>
                <a:latin typeface="Arial"/>
                <a:ea typeface="Arial"/>
                <a:cs typeface="Arial"/>
                <a:sym typeface="Arial"/>
              </a:defRPr>
            </a:lvl6pPr>
            <a:lvl7pPr marR="0" lvl="6" algn="ctr" rtl="0">
              <a:spcBef>
                <a:spcPts val="0"/>
              </a:spcBef>
              <a:spcAft>
                <a:spcPts val="0"/>
              </a:spcAft>
              <a:buClr>
                <a:schemeClr val="dk2"/>
              </a:buClr>
              <a:buSzPts val="1400"/>
              <a:buFont typeface="Arial"/>
              <a:buNone/>
              <a:defRPr sz="3200" b="0" i="0" u="none" strike="noStrike" cap="none">
                <a:solidFill>
                  <a:schemeClr val="dk2"/>
                </a:solidFill>
                <a:latin typeface="Arial"/>
                <a:ea typeface="Arial"/>
                <a:cs typeface="Arial"/>
                <a:sym typeface="Arial"/>
              </a:defRPr>
            </a:lvl7pPr>
            <a:lvl8pPr marR="0" lvl="7" algn="ctr" rtl="0">
              <a:spcBef>
                <a:spcPts val="0"/>
              </a:spcBef>
              <a:spcAft>
                <a:spcPts val="0"/>
              </a:spcAft>
              <a:buClr>
                <a:schemeClr val="dk2"/>
              </a:buClr>
              <a:buSzPts val="1400"/>
              <a:buFont typeface="Arial"/>
              <a:buNone/>
              <a:defRPr sz="3200" b="0" i="0" u="none" strike="noStrike" cap="none">
                <a:solidFill>
                  <a:schemeClr val="dk2"/>
                </a:solidFill>
                <a:latin typeface="Arial"/>
                <a:ea typeface="Arial"/>
                <a:cs typeface="Arial"/>
                <a:sym typeface="Arial"/>
              </a:defRPr>
            </a:lvl8pPr>
            <a:lvl9pPr marR="0" lvl="8" algn="ctr" rtl="0">
              <a:spcBef>
                <a:spcPts val="0"/>
              </a:spcBef>
              <a:spcAft>
                <a:spcPts val="0"/>
              </a:spcAft>
              <a:buClr>
                <a:schemeClr val="dk2"/>
              </a:buClr>
              <a:buSzPts val="1400"/>
              <a:buFont typeface="Arial"/>
              <a:buNone/>
              <a:defRPr sz="3200" b="0" i="0" u="none" strike="noStrike" cap="none">
                <a:solidFill>
                  <a:schemeClr val="dk2"/>
                </a:solidFill>
                <a:latin typeface="Arial"/>
                <a:ea typeface="Arial"/>
                <a:cs typeface="Arial"/>
                <a:sym typeface="Arial"/>
              </a:defRPr>
            </a:lvl9pPr>
          </a:lstStyle>
          <a:p>
            <a:endParaRPr/>
          </a:p>
        </p:txBody>
      </p:sp>
      <p:sp>
        <p:nvSpPr>
          <p:cNvPr id="54" name="Google Shape;54;p9"/>
          <p:cNvSpPr txBox="1">
            <a:spLocks noGrp="1"/>
          </p:cNvSpPr>
          <p:nvPr>
            <p:ph type="subTitle" idx="1"/>
          </p:nvPr>
        </p:nvSpPr>
        <p:spPr>
          <a:xfrm>
            <a:off x="2641600" y="3886200"/>
            <a:ext cx="8534400" cy="1752600"/>
          </a:xfrm>
          <a:prstGeom prst="rect">
            <a:avLst/>
          </a:prstGeom>
          <a:noFill/>
          <a:ln>
            <a:noFill/>
          </a:ln>
        </p:spPr>
        <p:txBody>
          <a:bodyPr spcFirstLastPara="1" wrap="square" lIns="91425" tIns="45700" rIns="91425" bIns="45700" anchor="t" anchorCtr="0">
            <a:noAutofit/>
          </a:bodyPr>
          <a:lstStyle>
            <a:lvl1pPr marR="0" lvl="0" algn="ctr" rtl="0">
              <a:spcBef>
                <a:spcPts val="440"/>
              </a:spcBef>
              <a:spcAft>
                <a:spcPts val="0"/>
              </a:spcAft>
              <a:buClr>
                <a:srgbClr val="FF0000"/>
              </a:buClr>
              <a:buSzPts val="2200"/>
              <a:buFont typeface="Noto Sans Symbols"/>
              <a:buNone/>
              <a:defRPr sz="2200" b="0" i="0" u="none" strike="noStrike" cap="none">
                <a:solidFill>
                  <a:schemeClr val="dk1"/>
                </a:solidFill>
                <a:latin typeface="Arial"/>
                <a:ea typeface="Arial"/>
                <a:cs typeface="Arial"/>
                <a:sym typeface="Arial"/>
              </a:defRPr>
            </a:lvl1pPr>
            <a:lvl2pPr marR="0" lvl="1" algn="l" rtl="0">
              <a:spcBef>
                <a:spcPts val="400"/>
              </a:spcBef>
              <a:spcAft>
                <a:spcPts val="0"/>
              </a:spcAft>
              <a:buClr>
                <a:srgbClr val="669998"/>
              </a:buClr>
              <a:buSzPts val="2000"/>
              <a:buFont typeface="Noto Sans Symbols"/>
              <a:buChar char="▪"/>
              <a:defRPr sz="2000" b="0" i="0" u="none" strike="noStrike" cap="none">
                <a:solidFill>
                  <a:schemeClr val="dk1"/>
                </a:solidFill>
                <a:latin typeface="Arial"/>
                <a:ea typeface="Arial"/>
                <a:cs typeface="Arial"/>
                <a:sym typeface="Arial"/>
              </a:defRPr>
            </a:lvl2pPr>
            <a:lvl3pPr marR="0" lvl="2" algn="l" rtl="0">
              <a:spcBef>
                <a:spcPts val="480"/>
              </a:spcBef>
              <a:spcAft>
                <a:spcPts val="0"/>
              </a:spcAft>
              <a:buClr>
                <a:srgbClr val="9ABCBB"/>
              </a:buClr>
              <a:buSzPts val="2400"/>
              <a:buFont typeface="Noto Sans Symbols"/>
              <a:buChar char="−"/>
              <a:defRPr sz="2400" b="0" i="0" u="none" strike="noStrike" cap="none">
                <a:solidFill>
                  <a:schemeClr val="dk1"/>
                </a:solidFill>
                <a:latin typeface="Arial"/>
                <a:ea typeface="Arial"/>
                <a:cs typeface="Arial"/>
                <a:sym typeface="Arial"/>
              </a:defRPr>
            </a:lvl3pPr>
            <a:lvl4pPr marR="0" lvl="3"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R="0" lvl="4"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1400"/>
              <a:buFont typeface="Arial"/>
              <a:buNone/>
              <a:defRPr sz="20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1400"/>
              <a:buFont typeface="Arial"/>
              <a:buNone/>
              <a:defRPr sz="20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1400"/>
              <a:buFont typeface="Arial"/>
              <a:buNone/>
              <a:defRPr sz="20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55" name="Google Shape;55;p9"/>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re et canvas 1">
  <p:cSld name="Titre et canvas_1">
    <p:spTree>
      <p:nvGrpSpPr>
        <p:cNvPr id="1" name="Shape 56"/>
        <p:cNvGrpSpPr/>
        <p:nvPr/>
      </p:nvGrpSpPr>
      <p:grpSpPr>
        <a:xfrm>
          <a:off x="0" y="0"/>
          <a:ext cx="0" cy="0"/>
          <a:chOff x="0" y="0"/>
          <a:chExt cx="0" cy="0"/>
        </a:xfrm>
      </p:grpSpPr>
      <p:grpSp>
        <p:nvGrpSpPr>
          <p:cNvPr id="57" name="Google Shape;57;p10"/>
          <p:cNvGrpSpPr/>
          <p:nvPr/>
        </p:nvGrpSpPr>
        <p:grpSpPr>
          <a:xfrm>
            <a:off x="896" y="882387"/>
            <a:ext cx="12192389" cy="127278"/>
            <a:chOff x="891" y="1433935"/>
            <a:chExt cx="19805700" cy="206453"/>
          </a:xfrm>
        </p:grpSpPr>
        <p:sp>
          <p:nvSpPr>
            <p:cNvPr id="58" name="Google Shape;58;p10"/>
            <p:cNvSpPr/>
            <p:nvPr/>
          </p:nvSpPr>
          <p:spPr>
            <a:xfrm>
              <a:off x="891" y="1433935"/>
              <a:ext cx="19805700" cy="87300"/>
            </a:xfrm>
            <a:prstGeom prst="rect">
              <a:avLst/>
            </a:prstGeom>
            <a:solidFill>
              <a:srgbClr val="D9D9D9"/>
            </a:solidFill>
            <a:ln>
              <a:noFill/>
            </a:ln>
          </p:spPr>
          <p:txBody>
            <a:bodyPr spcFirstLastPara="1" wrap="square" lIns="198000" tIns="99000" rIns="198000" bIns="99000" anchor="ctr" anchorCtr="0">
              <a:noAutofit/>
            </a:bodyPr>
            <a:lstStyle/>
            <a:p>
              <a:pPr marL="0" marR="0" lvl="0" indent="0" algn="ctr" rtl="0">
                <a:lnSpc>
                  <a:spcPct val="100000"/>
                </a:lnSpc>
                <a:spcBef>
                  <a:spcPts val="0"/>
                </a:spcBef>
                <a:spcAft>
                  <a:spcPts val="0"/>
                </a:spcAft>
                <a:buNone/>
              </a:pPr>
              <a:endParaRPr sz="2426" b="0" i="0" u="none" strike="noStrike" cap="none">
                <a:solidFill>
                  <a:schemeClr val="lt1"/>
                </a:solidFill>
                <a:latin typeface="Arial"/>
                <a:ea typeface="Arial"/>
                <a:cs typeface="Arial"/>
                <a:sym typeface="Arial"/>
              </a:endParaRPr>
            </a:p>
          </p:txBody>
        </p:sp>
        <p:sp>
          <p:nvSpPr>
            <p:cNvPr id="59" name="Google Shape;59;p10"/>
            <p:cNvSpPr/>
            <p:nvPr/>
          </p:nvSpPr>
          <p:spPr>
            <a:xfrm>
              <a:off x="891" y="1553088"/>
              <a:ext cx="19805700" cy="87300"/>
            </a:xfrm>
            <a:prstGeom prst="rect">
              <a:avLst/>
            </a:prstGeom>
            <a:solidFill>
              <a:srgbClr val="D9D9D9"/>
            </a:solidFill>
            <a:ln>
              <a:noFill/>
            </a:ln>
          </p:spPr>
          <p:txBody>
            <a:bodyPr spcFirstLastPara="1" wrap="square" lIns="198000" tIns="99000" rIns="198000" bIns="99000" anchor="ctr" anchorCtr="0">
              <a:noAutofit/>
            </a:bodyPr>
            <a:lstStyle/>
            <a:p>
              <a:pPr marL="0" marR="0" lvl="0" indent="0" algn="ctr" rtl="0">
                <a:lnSpc>
                  <a:spcPct val="100000"/>
                </a:lnSpc>
                <a:spcBef>
                  <a:spcPts val="0"/>
                </a:spcBef>
                <a:spcAft>
                  <a:spcPts val="0"/>
                </a:spcAft>
                <a:buNone/>
              </a:pPr>
              <a:endParaRPr sz="2426" b="0" i="0" u="none" strike="noStrike" cap="none">
                <a:solidFill>
                  <a:schemeClr val="lt1"/>
                </a:solidFill>
                <a:latin typeface="Arial"/>
                <a:ea typeface="Arial"/>
                <a:cs typeface="Arial"/>
                <a:sym typeface="Arial"/>
              </a:endParaRPr>
            </a:p>
          </p:txBody>
        </p:sp>
      </p:grpSp>
      <p:sp>
        <p:nvSpPr>
          <p:cNvPr id="60" name="Google Shape;60;p10"/>
          <p:cNvSpPr txBox="1">
            <a:spLocks noGrp="1"/>
          </p:cNvSpPr>
          <p:nvPr>
            <p:ph type="body" idx="1"/>
          </p:nvPr>
        </p:nvSpPr>
        <p:spPr>
          <a:xfrm>
            <a:off x="362844" y="1325035"/>
            <a:ext cx="5594700" cy="4822200"/>
          </a:xfrm>
          <a:prstGeom prst="rect">
            <a:avLst/>
          </a:prstGeom>
          <a:noFill/>
          <a:ln>
            <a:noFill/>
          </a:ln>
        </p:spPr>
        <p:txBody>
          <a:bodyPr spcFirstLastPara="1" wrap="square" lIns="0" tIns="0" rIns="0" bIns="0" anchor="t" anchorCtr="0">
            <a:noAutofit/>
          </a:bodyPr>
          <a:lstStyle>
            <a:lvl1pPr marL="457200" marR="0" lvl="0" indent="-418465" algn="l" rtl="0">
              <a:lnSpc>
                <a:spcPct val="100000"/>
              </a:lnSpc>
              <a:spcBef>
                <a:spcPts val="0"/>
              </a:spcBef>
              <a:spcAft>
                <a:spcPts val="0"/>
              </a:spcAft>
              <a:buClr>
                <a:srgbClr val="C30000"/>
              </a:buClr>
              <a:buSzPts val="2990"/>
              <a:buFont typeface="Merriweather Sans"/>
              <a:buChar char="●"/>
              <a:defRPr sz="2990" b="0" i="0" u="none" strike="noStrike" cap="none">
                <a:solidFill>
                  <a:srgbClr val="000000"/>
                </a:solidFill>
                <a:latin typeface="Arial Narrow"/>
                <a:ea typeface="Arial Narrow"/>
                <a:cs typeface="Arial Narrow"/>
                <a:sym typeface="Arial Narrow"/>
              </a:defRPr>
            </a:lvl1pPr>
            <a:lvl2pPr marL="914400" marR="0" lvl="1" indent="-351129" algn="l" rtl="0">
              <a:spcBef>
                <a:spcPts val="400"/>
              </a:spcBef>
              <a:spcAft>
                <a:spcPts val="0"/>
              </a:spcAft>
              <a:buClr>
                <a:srgbClr val="C30000"/>
              </a:buClr>
              <a:buSzPts val="1930"/>
              <a:buFont typeface="Merriweather Sans"/>
              <a:buChar char="●"/>
              <a:defRPr sz="2144" b="0" i="0" u="none" strike="noStrike" cap="none">
                <a:solidFill>
                  <a:srgbClr val="000000"/>
                </a:solidFill>
                <a:latin typeface="Arial Narrow"/>
                <a:ea typeface="Arial Narrow"/>
                <a:cs typeface="Arial Narrow"/>
                <a:sym typeface="Arial Narrow"/>
              </a:defRPr>
            </a:lvl2pPr>
            <a:lvl3pPr marL="1371600" marR="0" lvl="2" indent="-328930" algn="l" rtl="0">
              <a:spcBef>
                <a:spcPts val="400"/>
              </a:spcBef>
              <a:spcAft>
                <a:spcPts val="0"/>
              </a:spcAft>
              <a:buClr>
                <a:srgbClr val="C30000"/>
              </a:buClr>
              <a:buSzPts val="1580"/>
              <a:buFont typeface="Merriweather Sans"/>
              <a:buChar char="●"/>
              <a:defRPr sz="1975" b="0" i="0" u="none" strike="noStrike" cap="none">
                <a:solidFill>
                  <a:srgbClr val="000000"/>
                </a:solidFill>
                <a:latin typeface="Arial Narrow"/>
                <a:ea typeface="Arial Narrow"/>
                <a:cs typeface="Arial Narrow"/>
                <a:sym typeface="Arial Narrow"/>
              </a:defRPr>
            </a:lvl3pPr>
            <a:lvl4pPr marL="1828800" marR="0" lvl="3" indent="-379094" algn="l" rtl="0">
              <a:spcBef>
                <a:spcPts val="797"/>
              </a:spcBef>
              <a:spcAft>
                <a:spcPts val="0"/>
              </a:spcAft>
              <a:buClr>
                <a:srgbClr val="FF0000"/>
              </a:buClr>
              <a:buSzPts val="2370"/>
              <a:buFont typeface="Arial"/>
              <a:buChar char="•"/>
              <a:defRPr sz="1580" b="0" i="0" u="none" strike="noStrike" cap="none">
                <a:solidFill>
                  <a:srgbClr val="595959"/>
                </a:solidFill>
                <a:latin typeface="Helvetica Neue"/>
                <a:ea typeface="Helvetica Neue"/>
                <a:cs typeface="Helvetica Neue"/>
                <a:sym typeface="Helvetica Neue"/>
              </a:defRPr>
            </a:lvl4pPr>
            <a:lvl5pPr marL="2286000" marR="0" lvl="4" indent="-357568" algn="l" rtl="0">
              <a:spcBef>
                <a:spcPts val="797"/>
              </a:spcBef>
              <a:spcAft>
                <a:spcPts val="0"/>
              </a:spcAft>
              <a:buClr>
                <a:srgbClr val="FF0000"/>
              </a:buClr>
              <a:buSzPts val="2031"/>
              <a:buFont typeface="Arial"/>
              <a:buChar char="•"/>
              <a:defRPr sz="1354" b="0" i="0" u="none" strike="noStrike" cap="none">
                <a:solidFill>
                  <a:srgbClr val="595959"/>
                </a:solidFill>
                <a:latin typeface="Helvetica Neue"/>
                <a:ea typeface="Helvetica Neue"/>
                <a:cs typeface="Helvetica Neue"/>
                <a:sym typeface="Helvetica Neue"/>
              </a:defRPr>
            </a:lvl5pPr>
            <a:lvl6pPr marL="2743200" marR="0" lvl="5" indent="-397001"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6pPr>
            <a:lvl7pPr marL="3200400" marR="0" lvl="6" indent="-397001"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7pPr>
            <a:lvl8pPr marL="3657600" marR="0" lvl="7" indent="-397002"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8pPr>
            <a:lvl9pPr marL="4114800" marR="0" lvl="8" indent="-397002"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9pPr>
          </a:lstStyle>
          <a:p>
            <a:endParaRPr/>
          </a:p>
        </p:txBody>
      </p:sp>
      <p:sp>
        <p:nvSpPr>
          <p:cNvPr id="61" name="Google Shape;61;p10"/>
          <p:cNvSpPr txBox="1">
            <a:spLocks noGrp="1"/>
          </p:cNvSpPr>
          <p:nvPr>
            <p:ph type="body" idx="2"/>
          </p:nvPr>
        </p:nvSpPr>
        <p:spPr>
          <a:xfrm>
            <a:off x="6106938" y="1325035"/>
            <a:ext cx="5594100" cy="4822200"/>
          </a:xfrm>
          <a:prstGeom prst="rect">
            <a:avLst/>
          </a:prstGeom>
          <a:noFill/>
          <a:ln>
            <a:noFill/>
          </a:ln>
        </p:spPr>
        <p:txBody>
          <a:bodyPr spcFirstLastPara="1" wrap="square" lIns="0" tIns="0" rIns="0" bIns="0" anchor="t" anchorCtr="0">
            <a:noAutofit/>
          </a:bodyPr>
          <a:lstStyle>
            <a:lvl1pPr marL="457200" marR="0" lvl="0" indent="-414908" algn="l" rtl="0">
              <a:lnSpc>
                <a:spcPct val="100000"/>
              </a:lnSpc>
              <a:spcBef>
                <a:spcPts val="0"/>
              </a:spcBef>
              <a:spcAft>
                <a:spcPts val="0"/>
              </a:spcAft>
              <a:buClr>
                <a:srgbClr val="C30000"/>
              </a:buClr>
              <a:buSzPts val="2934"/>
              <a:buFont typeface="Merriweather Sans"/>
              <a:buChar char="●"/>
              <a:defRPr sz="2934" b="0" i="0" u="none" strike="noStrike" cap="none">
                <a:solidFill>
                  <a:srgbClr val="000000"/>
                </a:solidFill>
                <a:latin typeface="Arial Narrow"/>
                <a:ea typeface="Arial Narrow"/>
                <a:cs typeface="Arial Narrow"/>
                <a:sym typeface="Arial Narrow"/>
              </a:defRPr>
            </a:lvl1pPr>
            <a:lvl2pPr marL="914400" marR="0" lvl="1" indent="-351129" algn="l" rtl="0">
              <a:spcBef>
                <a:spcPts val="400"/>
              </a:spcBef>
              <a:spcAft>
                <a:spcPts val="0"/>
              </a:spcAft>
              <a:buClr>
                <a:srgbClr val="C30000"/>
              </a:buClr>
              <a:buSzPts val="1930"/>
              <a:buFont typeface="Merriweather Sans"/>
              <a:buChar char="●"/>
              <a:defRPr sz="2144" b="0" i="0" u="none" strike="noStrike" cap="none">
                <a:solidFill>
                  <a:srgbClr val="000000"/>
                </a:solidFill>
                <a:latin typeface="Arial Narrow"/>
                <a:ea typeface="Arial Narrow"/>
                <a:cs typeface="Arial Narrow"/>
                <a:sym typeface="Arial Narrow"/>
              </a:defRPr>
            </a:lvl2pPr>
            <a:lvl3pPr marL="1371600" marR="0" lvl="2" indent="-328930" algn="l" rtl="0">
              <a:spcBef>
                <a:spcPts val="400"/>
              </a:spcBef>
              <a:spcAft>
                <a:spcPts val="0"/>
              </a:spcAft>
              <a:buClr>
                <a:srgbClr val="C30000"/>
              </a:buClr>
              <a:buSzPts val="1580"/>
              <a:buFont typeface="Merriweather Sans"/>
              <a:buChar char="●"/>
              <a:defRPr sz="1975" b="0" i="0" u="none" strike="noStrike" cap="none">
                <a:solidFill>
                  <a:srgbClr val="000000"/>
                </a:solidFill>
                <a:latin typeface="Arial Narrow"/>
                <a:ea typeface="Arial Narrow"/>
                <a:cs typeface="Arial Narrow"/>
                <a:sym typeface="Arial Narrow"/>
              </a:defRPr>
            </a:lvl3pPr>
            <a:lvl4pPr marL="1828800" marR="0" lvl="3" indent="-379094" algn="l" rtl="0">
              <a:spcBef>
                <a:spcPts val="797"/>
              </a:spcBef>
              <a:spcAft>
                <a:spcPts val="0"/>
              </a:spcAft>
              <a:buClr>
                <a:srgbClr val="FF0000"/>
              </a:buClr>
              <a:buSzPts val="2370"/>
              <a:buFont typeface="Arial"/>
              <a:buChar char="•"/>
              <a:defRPr sz="1580" b="0" i="0" u="none" strike="noStrike" cap="none">
                <a:solidFill>
                  <a:srgbClr val="595959"/>
                </a:solidFill>
                <a:latin typeface="Helvetica Neue"/>
                <a:ea typeface="Helvetica Neue"/>
                <a:cs typeface="Helvetica Neue"/>
                <a:sym typeface="Helvetica Neue"/>
              </a:defRPr>
            </a:lvl4pPr>
            <a:lvl5pPr marL="2286000" marR="0" lvl="4" indent="-357568" algn="l" rtl="0">
              <a:spcBef>
                <a:spcPts val="797"/>
              </a:spcBef>
              <a:spcAft>
                <a:spcPts val="0"/>
              </a:spcAft>
              <a:buClr>
                <a:srgbClr val="FF0000"/>
              </a:buClr>
              <a:buSzPts val="2031"/>
              <a:buFont typeface="Arial"/>
              <a:buChar char="•"/>
              <a:defRPr sz="1354" b="0" i="0" u="none" strike="noStrike" cap="none">
                <a:solidFill>
                  <a:srgbClr val="595959"/>
                </a:solidFill>
                <a:latin typeface="Helvetica Neue"/>
                <a:ea typeface="Helvetica Neue"/>
                <a:cs typeface="Helvetica Neue"/>
                <a:sym typeface="Helvetica Neue"/>
              </a:defRPr>
            </a:lvl5pPr>
            <a:lvl6pPr marL="2743200" marR="0" lvl="5" indent="-397001"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6pPr>
            <a:lvl7pPr marL="3200400" marR="0" lvl="6" indent="-397001"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7pPr>
            <a:lvl8pPr marL="3657600" marR="0" lvl="7" indent="-397002"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8pPr>
            <a:lvl9pPr marL="4114800" marR="0" lvl="8" indent="-397002"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9pPr>
          </a:lstStyle>
          <a:p>
            <a:endParaRPr/>
          </a:p>
        </p:txBody>
      </p:sp>
      <p:sp>
        <p:nvSpPr>
          <p:cNvPr id="62" name="Google Shape;62;p10"/>
          <p:cNvSpPr txBox="1">
            <a:spLocks noGrp="1"/>
          </p:cNvSpPr>
          <p:nvPr>
            <p:ph type="title"/>
          </p:nvPr>
        </p:nvSpPr>
        <p:spPr>
          <a:xfrm>
            <a:off x="533062" y="182407"/>
            <a:ext cx="10325100" cy="831600"/>
          </a:xfrm>
          <a:prstGeom prst="rect">
            <a:avLst/>
          </a:prstGeom>
          <a:noFill/>
          <a:ln>
            <a:noFill/>
          </a:ln>
        </p:spPr>
        <p:txBody>
          <a:bodyPr spcFirstLastPara="1" wrap="square" lIns="216000" tIns="108000" rIns="216000" bIns="108000" anchor="t" anchorCtr="0">
            <a:noAutofit/>
          </a:bodyPr>
          <a:lstStyle>
            <a:lvl1pPr marR="0" lvl="0" algn="l" rtl="0">
              <a:spcBef>
                <a:spcPts val="0"/>
              </a:spcBef>
              <a:spcAft>
                <a:spcPts val="0"/>
              </a:spcAft>
              <a:buSzPts val="1400"/>
              <a:buFont typeface="Anton"/>
              <a:buNone/>
              <a:defRPr sz="3441" i="0" u="none" strike="noStrike" cap="none">
                <a:solidFill>
                  <a:schemeClr val="dk1"/>
                </a:solidFill>
                <a:latin typeface="Anton"/>
                <a:ea typeface="Anton"/>
                <a:cs typeface="Anton"/>
                <a:sym typeface="Anton"/>
              </a:defRPr>
            </a:lvl1pPr>
            <a:lvl2pPr marR="0" lvl="1" algn="l" rtl="0">
              <a:spcBef>
                <a:spcPts val="1598"/>
              </a:spcBef>
              <a:spcAft>
                <a:spcPts val="0"/>
              </a:spcAft>
              <a:buSzPts val="1400"/>
              <a:buNone/>
              <a:defRPr sz="3666"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9pPr>
          </a:lstStyle>
          <a:p>
            <a:endParaRPr dirty="0"/>
          </a:p>
        </p:txBody>
      </p:sp>
      <p:pic>
        <p:nvPicPr>
          <p:cNvPr id="63" name="Google Shape;63;p10"/>
          <p:cNvPicPr preferRelativeResize="0"/>
          <p:nvPr/>
        </p:nvPicPr>
        <p:blipFill>
          <a:blip r:embed="rId2">
            <a:alphaModFix/>
          </a:blip>
          <a:stretch>
            <a:fillRect/>
          </a:stretch>
        </p:blipFill>
        <p:spPr>
          <a:xfrm>
            <a:off x="10968747" y="-8955"/>
            <a:ext cx="660004" cy="831600"/>
          </a:xfrm>
          <a:prstGeom prst="rect">
            <a:avLst/>
          </a:prstGeom>
          <a:noFill/>
          <a:ln>
            <a:noFill/>
          </a:ln>
        </p:spPr>
      </p:pic>
      <p:sp>
        <p:nvSpPr>
          <p:cNvPr id="64" name="Google Shape;64;p10"/>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rgbClr val="000000"/>
                </a:solidFill>
                <a:latin typeface="Arial Narrow"/>
                <a:ea typeface="Arial Narrow"/>
                <a:cs typeface="Arial Narrow"/>
                <a:sym typeface="Arial Narrow"/>
              </a:defRPr>
            </a:lvl1pPr>
            <a:lvl2pPr lvl="1">
              <a:buNone/>
              <a:defRPr>
                <a:solidFill>
                  <a:srgbClr val="000000"/>
                </a:solidFill>
                <a:latin typeface="Arial Narrow"/>
                <a:ea typeface="Arial Narrow"/>
                <a:cs typeface="Arial Narrow"/>
                <a:sym typeface="Arial Narrow"/>
              </a:defRPr>
            </a:lvl2pPr>
            <a:lvl3pPr lvl="2">
              <a:buNone/>
              <a:defRPr>
                <a:solidFill>
                  <a:srgbClr val="000000"/>
                </a:solidFill>
                <a:latin typeface="Arial Narrow"/>
                <a:ea typeface="Arial Narrow"/>
                <a:cs typeface="Arial Narrow"/>
                <a:sym typeface="Arial Narrow"/>
              </a:defRPr>
            </a:lvl3pPr>
            <a:lvl4pPr lvl="3">
              <a:buNone/>
              <a:defRPr>
                <a:solidFill>
                  <a:srgbClr val="000000"/>
                </a:solidFill>
                <a:latin typeface="Arial Narrow"/>
                <a:ea typeface="Arial Narrow"/>
                <a:cs typeface="Arial Narrow"/>
                <a:sym typeface="Arial Narrow"/>
              </a:defRPr>
            </a:lvl4pPr>
            <a:lvl5pPr lvl="4">
              <a:buNone/>
              <a:defRPr>
                <a:solidFill>
                  <a:srgbClr val="000000"/>
                </a:solidFill>
                <a:latin typeface="Arial Narrow"/>
                <a:ea typeface="Arial Narrow"/>
                <a:cs typeface="Arial Narrow"/>
                <a:sym typeface="Arial Narrow"/>
              </a:defRPr>
            </a:lvl5pPr>
            <a:lvl6pPr lvl="5">
              <a:buNone/>
              <a:defRPr>
                <a:solidFill>
                  <a:srgbClr val="000000"/>
                </a:solidFill>
                <a:latin typeface="Arial Narrow"/>
                <a:ea typeface="Arial Narrow"/>
                <a:cs typeface="Arial Narrow"/>
                <a:sym typeface="Arial Narrow"/>
              </a:defRPr>
            </a:lvl6pPr>
            <a:lvl7pPr lvl="6">
              <a:buNone/>
              <a:defRPr>
                <a:solidFill>
                  <a:srgbClr val="000000"/>
                </a:solidFill>
                <a:latin typeface="Arial Narrow"/>
                <a:ea typeface="Arial Narrow"/>
                <a:cs typeface="Arial Narrow"/>
                <a:sym typeface="Arial Narrow"/>
              </a:defRPr>
            </a:lvl7pPr>
            <a:lvl8pPr lvl="7">
              <a:buNone/>
              <a:defRPr>
                <a:solidFill>
                  <a:srgbClr val="000000"/>
                </a:solidFill>
                <a:latin typeface="Arial Narrow"/>
                <a:ea typeface="Arial Narrow"/>
                <a:cs typeface="Arial Narrow"/>
                <a:sym typeface="Arial Narrow"/>
              </a:defRPr>
            </a:lvl8pPr>
            <a:lvl9pPr lvl="8">
              <a:buNone/>
              <a:defRPr>
                <a:solidFill>
                  <a:srgbClr val="000000"/>
                </a:solidFill>
                <a:latin typeface="Arial Narrow"/>
                <a:ea typeface="Arial Narrow"/>
                <a:cs typeface="Arial Narrow"/>
                <a:sym typeface="Arial Narrow"/>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re et contenu 1">
  <p:cSld name="Titre et contenu_1">
    <p:spTree>
      <p:nvGrpSpPr>
        <p:cNvPr id="1" name="Shape 65"/>
        <p:cNvGrpSpPr/>
        <p:nvPr/>
      </p:nvGrpSpPr>
      <p:grpSpPr>
        <a:xfrm>
          <a:off x="0" y="0"/>
          <a:ext cx="0" cy="0"/>
          <a:chOff x="0" y="0"/>
          <a:chExt cx="0" cy="0"/>
        </a:xfrm>
      </p:grpSpPr>
      <p:grpSp>
        <p:nvGrpSpPr>
          <p:cNvPr id="66" name="Google Shape;66;p11"/>
          <p:cNvGrpSpPr/>
          <p:nvPr/>
        </p:nvGrpSpPr>
        <p:grpSpPr>
          <a:xfrm>
            <a:off x="896" y="882387"/>
            <a:ext cx="12192389" cy="127278"/>
            <a:chOff x="891" y="1433935"/>
            <a:chExt cx="19805700" cy="206453"/>
          </a:xfrm>
        </p:grpSpPr>
        <p:sp>
          <p:nvSpPr>
            <p:cNvPr id="67" name="Google Shape;67;p11"/>
            <p:cNvSpPr/>
            <p:nvPr/>
          </p:nvSpPr>
          <p:spPr>
            <a:xfrm>
              <a:off x="891" y="1433935"/>
              <a:ext cx="19805700" cy="87300"/>
            </a:xfrm>
            <a:prstGeom prst="rect">
              <a:avLst/>
            </a:prstGeom>
            <a:solidFill>
              <a:srgbClr val="D9D9D9"/>
            </a:solidFill>
            <a:ln>
              <a:noFill/>
            </a:ln>
          </p:spPr>
          <p:txBody>
            <a:bodyPr spcFirstLastPara="1" wrap="square" lIns="198000" tIns="99000" rIns="198000" bIns="99000" anchor="ctr" anchorCtr="0">
              <a:noAutofit/>
            </a:bodyPr>
            <a:lstStyle/>
            <a:p>
              <a:pPr marL="0" marR="0" lvl="0" indent="0" algn="ctr" rtl="0">
                <a:lnSpc>
                  <a:spcPct val="100000"/>
                </a:lnSpc>
                <a:spcBef>
                  <a:spcPts val="0"/>
                </a:spcBef>
                <a:spcAft>
                  <a:spcPts val="0"/>
                </a:spcAft>
                <a:buNone/>
              </a:pPr>
              <a:endParaRPr sz="2426" b="0" i="0" u="none" strike="noStrike" cap="none">
                <a:solidFill>
                  <a:schemeClr val="lt1"/>
                </a:solidFill>
                <a:latin typeface="Arial"/>
                <a:ea typeface="Arial"/>
                <a:cs typeface="Arial"/>
                <a:sym typeface="Arial"/>
              </a:endParaRPr>
            </a:p>
          </p:txBody>
        </p:sp>
        <p:sp>
          <p:nvSpPr>
            <p:cNvPr id="68" name="Google Shape;68;p11"/>
            <p:cNvSpPr/>
            <p:nvPr/>
          </p:nvSpPr>
          <p:spPr>
            <a:xfrm>
              <a:off x="891" y="1553088"/>
              <a:ext cx="19805700" cy="87300"/>
            </a:xfrm>
            <a:prstGeom prst="rect">
              <a:avLst/>
            </a:prstGeom>
            <a:solidFill>
              <a:srgbClr val="D9D9D9"/>
            </a:solidFill>
            <a:ln>
              <a:noFill/>
            </a:ln>
          </p:spPr>
          <p:txBody>
            <a:bodyPr spcFirstLastPara="1" wrap="square" lIns="198000" tIns="99000" rIns="198000" bIns="99000" anchor="ctr" anchorCtr="0">
              <a:noAutofit/>
            </a:bodyPr>
            <a:lstStyle/>
            <a:p>
              <a:pPr marL="0" marR="0" lvl="0" indent="0" algn="ctr" rtl="0">
                <a:lnSpc>
                  <a:spcPct val="100000"/>
                </a:lnSpc>
                <a:spcBef>
                  <a:spcPts val="0"/>
                </a:spcBef>
                <a:spcAft>
                  <a:spcPts val="0"/>
                </a:spcAft>
                <a:buNone/>
              </a:pPr>
              <a:endParaRPr sz="2426" b="0" i="0" u="none" strike="noStrike" cap="none">
                <a:solidFill>
                  <a:schemeClr val="lt1"/>
                </a:solidFill>
                <a:latin typeface="Arial"/>
                <a:ea typeface="Arial"/>
                <a:cs typeface="Arial"/>
                <a:sym typeface="Arial"/>
              </a:endParaRPr>
            </a:p>
          </p:txBody>
        </p:sp>
      </p:grpSp>
      <p:sp>
        <p:nvSpPr>
          <p:cNvPr id="69" name="Google Shape;69;p11"/>
          <p:cNvSpPr txBox="1">
            <a:spLocks noGrp="1"/>
          </p:cNvSpPr>
          <p:nvPr>
            <p:ph type="body" idx="1"/>
          </p:nvPr>
        </p:nvSpPr>
        <p:spPr>
          <a:xfrm>
            <a:off x="391843" y="1325033"/>
            <a:ext cx="11265300" cy="4854000"/>
          </a:xfrm>
          <a:prstGeom prst="rect">
            <a:avLst/>
          </a:prstGeom>
          <a:noFill/>
          <a:ln>
            <a:noFill/>
          </a:ln>
        </p:spPr>
        <p:txBody>
          <a:bodyPr spcFirstLastPara="1" wrap="square" lIns="0" tIns="0" rIns="0" bIns="0" anchor="t" anchorCtr="0">
            <a:noAutofit/>
          </a:bodyPr>
          <a:lstStyle>
            <a:lvl1pPr marL="457200" marR="0" lvl="0" indent="-414908" algn="l" rtl="0">
              <a:lnSpc>
                <a:spcPct val="100000"/>
              </a:lnSpc>
              <a:spcBef>
                <a:spcPts val="0"/>
              </a:spcBef>
              <a:spcAft>
                <a:spcPts val="0"/>
              </a:spcAft>
              <a:buClr>
                <a:srgbClr val="C30000"/>
              </a:buClr>
              <a:buSzPts val="2934"/>
              <a:buFont typeface="Merriweather Sans"/>
              <a:buChar char="●"/>
              <a:defRPr sz="2934" b="1" i="0" u="none" strike="noStrike" cap="none">
                <a:solidFill>
                  <a:srgbClr val="000000"/>
                </a:solidFill>
                <a:latin typeface="Arial"/>
                <a:ea typeface="Arial"/>
                <a:cs typeface="Arial"/>
                <a:sym typeface="Arial"/>
              </a:defRPr>
            </a:lvl1pPr>
            <a:lvl2pPr marL="914400" marR="0" lvl="1" indent="-351129" algn="l" rtl="0">
              <a:spcBef>
                <a:spcPts val="400"/>
              </a:spcBef>
              <a:spcAft>
                <a:spcPts val="0"/>
              </a:spcAft>
              <a:buClr>
                <a:srgbClr val="C30000"/>
              </a:buClr>
              <a:buSzPts val="1930"/>
              <a:buFont typeface="Merriweather Sans"/>
              <a:buChar char="●"/>
              <a:defRPr sz="2144" b="1" i="0" u="none" strike="noStrike" cap="none">
                <a:solidFill>
                  <a:srgbClr val="000000"/>
                </a:solidFill>
                <a:latin typeface="Arial"/>
                <a:ea typeface="Arial"/>
                <a:cs typeface="Arial"/>
                <a:sym typeface="Arial"/>
              </a:defRPr>
            </a:lvl2pPr>
            <a:lvl3pPr marL="1371600" marR="0" lvl="2" indent="-317449" algn="l" rtl="0">
              <a:spcBef>
                <a:spcPts val="400"/>
              </a:spcBef>
              <a:spcAft>
                <a:spcPts val="0"/>
              </a:spcAft>
              <a:buClr>
                <a:srgbClr val="C30000"/>
              </a:buClr>
              <a:buSzPts val="1399"/>
              <a:buFont typeface="Merriweather Sans"/>
              <a:buChar char="●"/>
              <a:defRPr sz="1749" b="1" i="0" u="none" strike="noStrike" cap="none">
                <a:solidFill>
                  <a:srgbClr val="000000"/>
                </a:solidFill>
                <a:latin typeface="Arial"/>
                <a:ea typeface="Arial"/>
                <a:cs typeface="Arial"/>
                <a:sym typeface="Arial"/>
              </a:defRPr>
            </a:lvl3pPr>
            <a:lvl4pPr marL="1828800" marR="0" lvl="3" indent="-228600" algn="l" rtl="0">
              <a:spcBef>
                <a:spcPts val="797"/>
              </a:spcBef>
              <a:spcAft>
                <a:spcPts val="0"/>
              </a:spcAft>
              <a:buClr>
                <a:srgbClr val="FF0000"/>
              </a:buClr>
              <a:buSzPts val="2370"/>
              <a:buFont typeface="Arial"/>
              <a:buNone/>
              <a:defRPr sz="1580" b="0" i="0" u="none" strike="noStrike" cap="none">
                <a:solidFill>
                  <a:srgbClr val="595959"/>
                </a:solidFill>
                <a:latin typeface="Helvetica Neue"/>
                <a:ea typeface="Helvetica Neue"/>
                <a:cs typeface="Helvetica Neue"/>
                <a:sym typeface="Helvetica Neue"/>
              </a:defRPr>
            </a:lvl4pPr>
            <a:lvl5pPr marL="2286000" marR="0" lvl="4" indent="-357568" algn="l" rtl="0">
              <a:spcBef>
                <a:spcPts val="797"/>
              </a:spcBef>
              <a:spcAft>
                <a:spcPts val="0"/>
              </a:spcAft>
              <a:buClr>
                <a:srgbClr val="FF0000"/>
              </a:buClr>
              <a:buSzPts val="2031"/>
              <a:buFont typeface="Arial"/>
              <a:buChar char="•"/>
              <a:defRPr sz="1354" b="0" i="0" u="none" strike="noStrike" cap="none">
                <a:solidFill>
                  <a:srgbClr val="595959"/>
                </a:solidFill>
                <a:latin typeface="Helvetica Neue"/>
                <a:ea typeface="Helvetica Neue"/>
                <a:cs typeface="Helvetica Neue"/>
                <a:sym typeface="Helvetica Neue"/>
              </a:defRPr>
            </a:lvl5pPr>
            <a:lvl6pPr marL="2743200" marR="0" lvl="5" indent="-397001"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6pPr>
            <a:lvl7pPr marL="3200400" marR="0" lvl="6" indent="-397001"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7pPr>
            <a:lvl8pPr marL="3657600" marR="0" lvl="7" indent="-397002"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8pPr>
            <a:lvl9pPr marL="4114800" marR="0" lvl="8" indent="-397002"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9pPr>
          </a:lstStyle>
          <a:p>
            <a:endParaRPr/>
          </a:p>
        </p:txBody>
      </p:sp>
      <p:sp>
        <p:nvSpPr>
          <p:cNvPr id="70" name="Google Shape;70;p11"/>
          <p:cNvSpPr txBox="1">
            <a:spLocks noGrp="1"/>
          </p:cNvSpPr>
          <p:nvPr>
            <p:ph type="title"/>
          </p:nvPr>
        </p:nvSpPr>
        <p:spPr>
          <a:xfrm>
            <a:off x="533062" y="182407"/>
            <a:ext cx="10325100" cy="831600"/>
          </a:xfrm>
          <a:prstGeom prst="rect">
            <a:avLst/>
          </a:prstGeom>
          <a:noFill/>
          <a:ln>
            <a:noFill/>
          </a:ln>
        </p:spPr>
        <p:txBody>
          <a:bodyPr spcFirstLastPara="1" wrap="square" lIns="216000" tIns="108000" rIns="216000" bIns="108000" anchor="t" anchorCtr="0">
            <a:noAutofit/>
          </a:bodyPr>
          <a:lstStyle>
            <a:lvl1pPr marR="0" lvl="0" algn="l" rtl="0">
              <a:spcBef>
                <a:spcPts val="0"/>
              </a:spcBef>
              <a:spcAft>
                <a:spcPts val="0"/>
              </a:spcAft>
              <a:buSzPts val="1400"/>
              <a:buFont typeface="Anton"/>
              <a:buNone/>
              <a:defRPr sz="3441" i="0" u="none" strike="noStrike" cap="none">
                <a:solidFill>
                  <a:schemeClr val="dk1"/>
                </a:solidFill>
                <a:latin typeface="Anton"/>
                <a:ea typeface="Anton"/>
                <a:cs typeface="Anton"/>
                <a:sym typeface="Anton"/>
              </a:defRPr>
            </a:lvl1pPr>
            <a:lvl2pPr marR="0" lvl="1" algn="l" rtl="0">
              <a:spcBef>
                <a:spcPts val="1598"/>
              </a:spcBef>
              <a:spcAft>
                <a:spcPts val="0"/>
              </a:spcAft>
              <a:buSzPts val="1400"/>
              <a:buNone/>
              <a:defRPr sz="3666"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9pPr>
          </a:lstStyle>
          <a:p>
            <a:endParaRPr dirty="0"/>
          </a:p>
        </p:txBody>
      </p:sp>
      <p:pic>
        <p:nvPicPr>
          <p:cNvPr id="71" name="Google Shape;71;p11"/>
          <p:cNvPicPr preferRelativeResize="0"/>
          <p:nvPr/>
        </p:nvPicPr>
        <p:blipFill>
          <a:blip r:embed="rId2">
            <a:alphaModFix/>
          </a:blip>
          <a:stretch>
            <a:fillRect/>
          </a:stretch>
        </p:blipFill>
        <p:spPr>
          <a:xfrm>
            <a:off x="10968747" y="-8955"/>
            <a:ext cx="660004" cy="831600"/>
          </a:xfrm>
          <a:prstGeom prst="rect">
            <a:avLst/>
          </a:prstGeom>
          <a:noFill/>
          <a:ln>
            <a:noFill/>
          </a:ln>
        </p:spPr>
      </p:pic>
      <p:sp>
        <p:nvSpPr>
          <p:cNvPr id="72" name="Google Shape;72;p11"/>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OOC Video Title">
  <p:cSld name="MOOC Video Title">
    <p:spTree>
      <p:nvGrpSpPr>
        <p:cNvPr id="1" name="Shape 75"/>
        <p:cNvGrpSpPr/>
        <p:nvPr/>
      </p:nvGrpSpPr>
      <p:grpSpPr>
        <a:xfrm>
          <a:off x="0" y="0"/>
          <a:ext cx="0" cy="0"/>
          <a:chOff x="0" y="0"/>
          <a:chExt cx="0" cy="0"/>
        </a:xfrm>
      </p:grpSpPr>
      <p:sp>
        <p:nvSpPr>
          <p:cNvPr id="76" name="Google Shape;76;p13"/>
          <p:cNvSpPr txBox="1">
            <a:spLocks noGrp="1"/>
          </p:cNvSpPr>
          <p:nvPr>
            <p:ph type="title"/>
          </p:nvPr>
        </p:nvSpPr>
        <p:spPr>
          <a:xfrm>
            <a:off x="1148136" y="3457617"/>
            <a:ext cx="10509000" cy="613500"/>
          </a:xfrm>
          <a:prstGeom prst="rect">
            <a:avLst/>
          </a:prstGeom>
          <a:noFill/>
          <a:ln>
            <a:noFill/>
          </a:ln>
        </p:spPr>
        <p:txBody>
          <a:bodyPr spcFirstLastPara="1" wrap="square" lIns="51575" tIns="25800" rIns="51575" bIns="25800" anchor="t" anchorCtr="0">
            <a:noAutofit/>
          </a:bodyPr>
          <a:lstStyle>
            <a:lvl1pPr marR="0" lvl="0" algn="l" rtl="0">
              <a:spcBef>
                <a:spcPts val="0"/>
              </a:spcBef>
              <a:spcAft>
                <a:spcPts val="0"/>
              </a:spcAft>
              <a:buSzPts val="800"/>
              <a:buFont typeface="Anton"/>
              <a:buNone/>
              <a:defRPr sz="3700" i="0" u="none" strike="noStrike" cap="none">
                <a:solidFill>
                  <a:srgbClr val="000000"/>
                </a:solidFill>
                <a:latin typeface="Anton"/>
                <a:ea typeface="Anton"/>
                <a:cs typeface="Anton"/>
                <a:sym typeface="Anton"/>
              </a:defRPr>
            </a:lvl1pPr>
            <a:lvl2pPr marR="0" lvl="1" algn="l" rtl="0">
              <a:spcBef>
                <a:spcPts val="0"/>
              </a:spcBef>
              <a:spcAft>
                <a:spcPts val="0"/>
              </a:spcAft>
              <a:buSzPts val="800"/>
              <a:buNone/>
              <a:defRPr sz="37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800"/>
              <a:buNone/>
              <a:defRPr sz="37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800"/>
              <a:buNone/>
              <a:defRPr sz="37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800"/>
              <a:buNone/>
              <a:defRPr sz="37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800"/>
              <a:buNone/>
              <a:defRPr sz="37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800"/>
              <a:buNone/>
              <a:defRPr sz="37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800"/>
              <a:buNone/>
              <a:defRPr sz="37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800"/>
              <a:buNone/>
              <a:defRPr sz="3700" b="0" i="0" u="none" strike="noStrike" cap="none">
                <a:solidFill>
                  <a:schemeClr val="dk1"/>
                </a:solidFill>
                <a:latin typeface="Verdana"/>
                <a:ea typeface="Verdana"/>
                <a:cs typeface="Verdana"/>
                <a:sym typeface="Verdana"/>
              </a:defRPr>
            </a:lvl9pPr>
          </a:lstStyle>
          <a:p>
            <a:endParaRPr dirty="0"/>
          </a:p>
        </p:txBody>
      </p:sp>
      <p:sp>
        <p:nvSpPr>
          <p:cNvPr id="77" name="Google Shape;77;p13"/>
          <p:cNvSpPr txBox="1">
            <a:spLocks noGrp="1"/>
          </p:cNvSpPr>
          <p:nvPr>
            <p:ph type="body" idx="1"/>
          </p:nvPr>
        </p:nvSpPr>
        <p:spPr>
          <a:xfrm>
            <a:off x="1148135" y="4510287"/>
            <a:ext cx="7387200" cy="511500"/>
          </a:xfrm>
          <a:prstGeom prst="rect">
            <a:avLst/>
          </a:prstGeom>
          <a:noFill/>
          <a:ln>
            <a:noFill/>
          </a:ln>
        </p:spPr>
        <p:txBody>
          <a:bodyPr spcFirstLastPara="1" wrap="square" lIns="51575" tIns="25800" rIns="51575" bIns="25800" anchor="t" anchorCtr="0">
            <a:noAutofit/>
          </a:bodyPr>
          <a:lstStyle>
            <a:lvl1pPr marL="457200" marR="0" lvl="0" indent="-228600" algn="l" rtl="0">
              <a:spcBef>
                <a:spcPts val="800"/>
              </a:spcBef>
              <a:spcAft>
                <a:spcPts val="0"/>
              </a:spcAft>
              <a:buClr>
                <a:schemeClr val="lt2"/>
              </a:buClr>
              <a:buSzPts val="4000"/>
              <a:buNone/>
              <a:defRPr sz="2700" b="1" i="0" u="none" strike="noStrike" cap="none">
                <a:solidFill>
                  <a:schemeClr val="lt2"/>
                </a:solidFill>
              </a:defRPr>
            </a:lvl1pPr>
            <a:lvl2pPr marL="914400" marR="0" lvl="1" indent="-431800" algn="l" rtl="0">
              <a:spcBef>
                <a:spcPts val="800"/>
              </a:spcBef>
              <a:spcAft>
                <a:spcPts val="0"/>
              </a:spcAft>
              <a:buClr>
                <a:srgbClr val="FF0000"/>
              </a:buClr>
              <a:buSzPts val="3200"/>
              <a:buChar char="•"/>
              <a:defRPr sz="2100" i="0" u="none" strike="noStrike" cap="none">
                <a:solidFill>
                  <a:srgbClr val="595959"/>
                </a:solidFill>
              </a:defRPr>
            </a:lvl2pPr>
            <a:lvl3pPr marL="1371600" marR="0" lvl="2" indent="-406400" algn="l" rtl="0">
              <a:spcBef>
                <a:spcPts val="800"/>
              </a:spcBef>
              <a:spcAft>
                <a:spcPts val="0"/>
              </a:spcAft>
              <a:buClr>
                <a:srgbClr val="FF0000"/>
              </a:buClr>
              <a:buSzPts val="2800"/>
              <a:buChar char="•"/>
              <a:defRPr sz="1900" i="0" u="none" strike="noStrike" cap="none">
                <a:solidFill>
                  <a:srgbClr val="595959"/>
                </a:solidFill>
              </a:defRPr>
            </a:lvl3pPr>
            <a:lvl4pPr marL="1828800" marR="0" lvl="3" indent="-381000" algn="l" rtl="0">
              <a:spcBef>
                <a:spcPts val="800"/>
              </a:spcBef>
              <a:spcAft>
                <a:spcPts val="0"/>
              </a:spcAft>
              <a:buClr>
                <a:srgbClr val="FF0000"/>
              </a:buClr>
              <a:buSzPts val="2400"/>
              <a:buChar char="•"/>
              <a:defRPr sz="1600" i="0" u="none" strike="noStrike" cap="none">
                <a:solidFill>
                  <a:srgbClr val="595959"/>
                </a:solidFill>
              </a:defRPr>
            </a:lvl4pPr>
            <a:lvl5pPr marL="2286000" marR="0" lvl="4" indent="-355600" algn="l" rtl="0">
              <a:spcBef>
                <a:spcPts val="800"/>
              </a:spcBef>
              <a:spcAft>
                <a:spcPts val="0"/>
              </a:spcAft>
              <a:buClr>
                <a:srgbClr val="FF0000"/>
              </a:buClr>
              <a:buSzPts val="2000"/>
              <a:buChar char="•"/>
              <a:defRPr sz="1400" i="0" u="none" strike="noStrike" cap="none">
                <a:solidFill>
                  <a:srgbClr val="595959"/>
                </a:solidFill>
              </a:defRPr>
            </a:lvl5pPr>
            <a:lvl6pPr marL="2743200" marR="0" lvl="5" indent="-400050" algn="l" rtl="0">
              <a:spcBef>
                <a:spcPts val="500"/>
              </a:spcBef>
              <a:spcAft>
                <a:spcPts val="0"/>
              </a:spcAft>
              <a:buClr>
                <a:schemeClr val="dk1"/>
              </a:buClr>
              <a:buSzPts val="2700"/>
              <a:buChar char="•"/>
              <a:defRPr sz="2700" i="0" u="none" strike="noStrike" cap="none">
                <a:solidFill>
                  <a:schemeClr val="dk1"/>
                </a:solidFill>
              </a:defRPr>
            </a:lvl6pPr>
            <a:lvl7pPr marL="3200400" marR="0" lvl="6" indent="-400050" algn="l" rtl="0">
              <a:spcBef>
                <a:spcPts val="500"/>
              </a:spcBef>
              <a:spcAft>
                <a:spcPts val="0"/>
              </a:spcAft>
              <a:buClr>
                <a:schemeClr val="dk1"/>
              </a:buClr>
              <a:buSzPts val="2700"/>
              <a:buChar char="•"/>
              <a:defRPr sz="2700" i="0" u="none" strike="noStrike" cap="none">
                <a:solidFill>
                  <a:schemeClr val="dk1"/>
                </a:solidFill>
              </a:defRPr>
            </a:lvl7pPr>
            <a:lvl8pPr marL="3657600" marR="0" lvl="7" indent="-400050" algn="l" rtl="0">
              <a:spcBef>
                <a:spcPts val="500"/>
              </a:spcBef>
              <a:spcAft>
                <a:spcPts val="0"/>
              </a:spcAft>
              <a:buClr>
                <a:schemeClr val="dk1"/>
              </a:buClr>
              <a:buSzPts val="2700"/>
              <a:buChar char="•"/>
              <a:defRPr sz="2700" i="0" u="none" strike="noStrike" cap="none">
                <a:solidFill>
                  <a:schemeClr val="dk1"/>
                </a:solidFill>
              </a:defRPr>
            </a:lvl8pPr>
            <a:lvl9pPr marL="4114800" marR="0" lvl="8" indent="-400050" algn="l" rtl="0">
              <a:spcBef>
                <a:spcPts val="500"/>
              </a:spcBef>
              <a:spcAft>
                <a:spcPts val="0"/>
              </a:spcAft>
              <a:buClr>
                <a:schemeClr val="dk1"/>
              </a:buClr>
              <a:buSzPts val="2700"/>
              <a:buChar char="•"/>
              <a:defRPr sz="2700" i="0" u="none" strike="noStrike" cap="none">
                <a:solidFill>
                  <a:schemeClr val="dk1"/>
                </a:solidFill>
              </a:defRPr>
            </a:lvl9pPr>
          </a:lstStyle>
          <a:p>
            <a:endParaRPr/>
          </a:p>
        </p:txBody>
      </p:sp>
      <p:sp>
        <p:nvSpPr>
          <p:cNvPr id="78" name="Google Shape;78;p13"/>
          <p:cNvSpPr txBox="1">
            <a:spLocks noGrp="1"/>
          </p:cNvSpPr>
          <p:nvPr>
            <p:ph type="body" idx="2"/>
          </p:nvPr>
        </p:nvSpPr>
        <p:spPr>
          <a:xfrm>
            <a:off x="1148389" y="5021837"/>
            <a:ext cx="7386900" cy="468600"/>
          </a:xfrm>
          <a:prstGeom prst="rect">
            <a:avLst/>
          </a:prstGeom>
          <a:noFill/>
          <a:ln>
            <a:noFill/>
          </a:ln>
        </p:spPr>
        <p:txBody>
          <a:bodyPr spcFirstLastPara="1" wrap="square" lIns="51575" tIns="25800" rIns="51575" bIns="25800" anchor="t" anchorCtr="0">
            <a:noAutofit/>
          </a:bodyPr>
          <a:lstStyle>
            <a:lvl1pPr marL="457200" marR="0" lvl="0" indent="-228600" algn="l" rtl="0">
              <a:spcBef>
                <a:spcPts val="800"/>
              </a:spcBef>
              <a:spcAft>
                <a:spcPts val="0"/>
              </a:spcAft>
              <a:buClr>
                <a:srgbClr val="FF0000"/>
              </a:buClr>
              <a:buSzPts val="4000"/>
              <a:buNone/>
              <a:defRPr sz="2700" i="0" u="none" strike="noStrike" cap="none">
                <a:solidFill>
                  <a:schemeClr val="dk1"/>
                </a:solidFill>
              </a:defRPr>
            </a:lvl1pPr>
            <a:lvl2pPr marL="914400" marR="0" lvl="1" indent="-431800" algn="l" rtl="0">
              <a:spcBef>
                <a:spcPts val="800"/>
              </a:spcBef>
              <a:spcAft>
                <a:spcPts val="0"/>
              </a:spcAft>
              <a:buClr>
                <a:srgbClr val="FF0000"/>
              </a:buClr>
              <a:buSzPts val="3200"/>
              <a:buChar char="•"/>
              <a:defRPr sz="2100" i="0" u="none" strike="noStrike" cap="none">
                <a:solidFill>
                  <a:srgbClr val="595959"/>
                </a:solidFill>
              </a:defRPr>
            </a:lvl2pPr>
            <a:lvl3pPr marL="1371600" marR="0" lvl="2" indent="-406400" algn="l" rtl="0">
              <a:spcBef>
                <a:spcPts val="800"/>
              </a:spcBef>
              <a:spcAft>
                <a:spcPts val="0"/>
              </a:spcAft>
              <a:buClr>
                <a:srgbClr val="FF0000"/>
              </a:buClr>
              <a:buSzPts val="2800"/>
              <a:buChar char="•"/>
              <a:defRPr sz="1900" i="0" u="none" strike="noStrike" cap="none">
                <a:solidFill>
                  <a:srgbClr val="595959"/>
                </a:solidFill>
              </a:defRPr>
            </a:lvl3pPr>
            <a:lvl4pPr marL="1828800" marR="0" lvl="3" indent="-381000" algn="l" rtl="0">
              <a:spcBef>
                <a:spcPts val="800"/>
              </a:spcBef>
              <a:spcAft>
                <a:spcPts val="0"/>
              </a:spcAft>
              <a:buClr>
                <a:srgbClr val="FF0000"/>
              </a:buClr>
              <a:buSzPts val="2400"/>
              <a:buChar char="•"/>
              <a:defRPr sz="1600" i="0" u="none" strike="noStrike" cap="none">
                <a:solidFill>
                  <a:srgbClr val="595959"/>
                </a:solidFill>
              </a:defRPr>
            </a:lvl4pPr>
            <a:lvl5pPr marL="2286000" marR="0" lvl="4" indent="-355600" algn="l" rtl="0">
              <a:spcBef>
                <a:spcPts val="800"/>
              </a:spcBef>
              <a:spcAft>
                <a:spcPts val="0"/>
              </a:spcAft>
              <a:buClr>
                <a:srgbClr val="FF0000"/>
              </a:buClr>
              <a:buSzPts val="2000"/>
              <a:buChar char="•"/>
              <a:defRPr sz="1400" i="0" u="none" strike="noStrike" cap="none">
                <a:solidFill>
                  <a:srgbClr val="595959"/>
                </a:solidFill>
              </a:defRPr>
            </a:lvl5pPr>
            <a:lvl6pPr marL="2743200" marR="0" lvl="5" indent="-400050" algn="l" rtl="0">
              <a:spcBef>
                <a:spcPts val="500"/>
              </a:spcBef>
              <a:spcAft>
                <a:spcPts val="0"/>
              </a:spcAft>
              <a:buClr>
                <a:schemeClr val="dk1"/>
              </a:buClr>
              <a:buSzPts val="2700"/>
              <a:buChar char="•"/>
              <a:defRPr sz="2700" i="0" u="none" strike="noStrike" cap="none">
                <a:solidFill>
                  <a:schemeClr val="dk1"/>
                </a:solidFill>
              </a:defRPr>
            </a:lvl6pPr>
            <a:lvl7pPr marL="3200400" marR="0" lvl="6" indent="-400050" algn="l" rtl="0">
              <a:spcBef>
                <a:spcPts val="500"/>
              </a:spcBef>
              <a:spcAft>
                <a:spcPts val="0"/>
              </a:spcAft>
              <a:buClr>
                <a:schemeClr val="dk1"/>
              </a:buClr>
              <a:buSzPts val="2700"/>
              <a:buChar char="•"/>
              <a:defRPr sz="2700" i="0" u="none" strike="noStrike" cap="none">
                <a:solidFill>
                  <a:schemeClr val="dk1"/>
                </a:solidFill>
              </a:defRPr>
            </a:lvl7pPr>
            <a:lvl8pPr marL="3657600" marR="0" lvl="7" indent="-400050" algn="l" rtl="0">
              <a:spcBef>
                <a:spcPts val="500"/>
              </a:spcBef>
              <a:spcAft>
                <a:spcPts val="0"/>
              </a:spcAft>
              <a:buClr>
                <a:schemeClr val="dk1"/>
              </a:buClr>
              <a:buSzPts val="2700"/>
              <a:buChar char="•"/>
              <a:defRPr sz="2700" i="0" u="none" strike="noStrike" cap="none">
                <a:solidFill>
                  <a:schemeClr val="dk1"/>
                </a:solidFill>
              </a:defRPr>
            </a:lvl8pPr>
            <a:lvl9pPr marL="4114800" marR="0" lvl="8" indent="-400050" algn="l" rtl="0">
              <a:spcBef>
                <a:spcPts val="500"/>
              </a:spcBef>
              <a:spcAft>
                <a:spcPts val="0"/>
              </a:spcAft>
              <a:buClr>
                <a:schemeClr val="dk1"/>
              </a:buClr>
              <a:buSzPts val="2700"/>
              <a:buChar char="•"/>
              <a:defRPr sz="2700" i="0" u="none" strike="noStrike" cap="none">
                <a:solidFill>
                  <a:schemeClr val="dk1"/>
                </a:solidFill>
              </a:defRPr>
            </a:lvl9pPr>
          </a:lstStyle>
          <a:p>
            <a:endParaRPr/>
          </a:p>
        </p:txBody>
      </p:sp>
      <p:sp>
        <p:nvSpPr>
          <p:cNvPr id="79" name="Google Shape;79;p13"/>
          <p:cNvSpPr>
            <a:spLocks noGrp="1"/>
          </p:cNvSpPr>
          <p:nvPr>
            <p:ph type="pic" idx="3"/>
          </p:nvPr>
        </p:nvSpPr>
        <p:spPr>
          <a:xfrm>
            <a:off x="5754276" y="326102"/>
            <a:ext cx="5903100" cy="4183800"/>
          </a:xfrm>
          <a:prstGeom prst="rect">
            <a:avLst/>
          </a:prstGeom>
          <a:noFill/>
          <a:ln>
            <a:noFill/>
          </a:ln>
        </p:spPr>
        <p:txBody>
          <a:bodyPr spcFirstLastPara="1" wrap="square" lIns="51600" tIns="25800" rIns="51600" bIns="25800" anchor="t" anchorCtr="0">
            <a:noAutofit/>
          </a:bodyPr>
          <a:lstStyle>
            <a:lvl1pPr marR="0" lvl="0" algn="l" rtl="0">
              <a:spcBef>
                <a:spcPts val="800"/>
              </a:spcBef>
              <a:spcAft>
                <a:spcPts val="0"/>
              </a:spcAft>
              <a:buClr>
                <a:srgbClr val="FF0000"/>
              </a:buClr>
              <a:buSzPts val="4000"/>
              <a:buFont typeface="Arial"/>
              <a:buNone/>
              <a:defRPr sz="2700" b="0" i="0" u="none" strike="noStrike" cap="none">
                <a:solidFill>
                  <a:srgbClr val="595959"/>
                </a:solidFill>
                <a:latin typeface="Verdana"/>
                <a:ea typeface="Verdana"/>
                <a:cs typeface="Verdana"/>
                <a:sym typeface="Verdana"/>
              </a:defRPr>
            </a:lvl1pPr>
            <a:lvl2pPr marR="0" lvl="1" algn="l" rtl="0">
              <a:spcBef>
                <a:spcPts val="800"/>
              </a:spcBef>
              <a:spcAft>
                <a:spcPts val="0"/>
              </a:spcAft>
              <a:buClr>
                <a:srgbClr val="FF0000"/>
              </a:buClr>
              <a:buSzPts val="3200"/>
              <a:buFont typeface="Arial"/>
              <a:buChar char="•"/>
              <a:defRPr sz="2100" b="0" i="0" u="none" strike="noStrike" cap="none">
                <a:solidFill>
                  <a:srgbClr val="595959"/>
                </a:solidFill>
                <a:latin typeface="Verdana"/>
                <a:ea typeface="Verdana"/>
                <a:cs typeface="Verdana"/>
                <a:sym typeface="Verdana"/>
              </a:defRPr>
            </a:lvl2pPr>
            <a:lvl3pPr marR="0" lvl="2" algn="l" rtl="0">
              <a:spcBef>
                <a:spcPts val="800"/>
              </a:spcBef>
              <a:spcAft>
                <a:spcPts val="0"/>
              </a:spcAft>
              <a:buClr>
                <a:srgbClr val="FF0000"/>
              </a:buClr>
              <a:buSzPts val="2800"/>
              <a:buFont typeface="Arial"/>
              <a:buChar char="•"/>
              <a:defRPr sz="1900" b="0" i="0" u="none" strike="noStrike" cap="none">
                <a:solidFill>
                  <a:srgbClr val="595959"/>
                </a:solidFill>
                <a:latin typeface="Verdana"/>
                <a:ea typeface="Verdana"/>
                <a:cs typeface="Verdana"/>
                <a:sym typeface="Verdana"/>
              </a:defRPr>
            </a:lvl3pPr>
            <a:lvl4pPr marR="0" lvl="3" algn="l" rtl="0">
              <a:spcBef>
                <a:spcPts val="800"/>
              </a:spcBef>
              <a:spcAft>
                <a:spcPts val="0"/>
              </a:spcAft>
              <a:buClr>
                <a:srgbClr val="FF0000"/>
              </a:buClr>
              <a:buSzPts val="2400"/>
              <a:buFont typeface="Arial"/>
              <a:buChar char="•"/>
              <a:defRPr sz="1600" b="0" i="0" u="none" strike="noStrike" cap="none">
                <a:solidFill>
                  <a:srgbClr val="595959"/>
                </a:solidFill>
                <a:latin typeface="Verdana"/>
                <a:ea typeface="Verdana"/>
                <a:cs typeface="Verdana"/>
                <a:sym typeface="Verdana"/>
              </a:defRPr>
            </a:lvl4pPr>
            <a:lvl5pPr marR="0" lvl="4" algn="l" rtl="0">
              <a:spcBef>
                <a:spcPts val="800"/>
              </a:spcBef>
              <a:spcAft>
                <a:spcPts val="0"/>
              </a:spcAft>
              <a:buClr>
                <a:srgbClr val="FF0000"/>
              </a:buClr>
              <a:buSzPts val="2000"/>
              <a:buFont typeface="Arial"/>
              <a:buChar char="•"/>
              <a:defRPr sz="1400" b="0" i="0" u="none" strike="noStrike" cap="none">
                <a:solidFill>
                  <a:srgbClr val="595959"/>
                </a:solidFill>
                <a:latin typeface="Verdana"/>
                <a:ea typeface="Verdana"/>
                <a:cs typeface="Verdana"/>
                <a:sym typeface="Verdana"/>
              </a:defRPr>
            </a:lvl5pPr>
            <a:lvl6pPr marR="0" lvl="5" algn="l" rtl="0">
              <a:spcBef>
                <a:spcPts val="5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R="0" lvl="6" algn="l" rtl="0">
              <a:spcBef>
                <a:spcPts val="5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R="0" lvl="7" algn="l" rtl="0">
              <a:spcBef>
                <a:spcPts val="5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R="0" lvl="8" algn="l" rtl="0">
              <a:spcBef>
                <a:spcPts val="5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pic>
        <p:nvPicPr>
          <p:cNvPr id="80" name="Google Shape;80;p13"/>
          <p:cNvPicPr preferRelativeResize="0"/>
          <p:nvPr/>
        </p:nvPicPr>
        <p:blipFill>
          <a:blip r:embed="rId2">
            <a:alphaModFix/>
          </a:blip>
          <a:stretch>
            <a:fillRect/>
          </a:stretch>
        </p:blipFill>
        <p:spPr>
          <a:xfrm>
            <a:off x="1208392" y="590300"/>
            <a:ext cx="1072150" cy="1350900"/>
          </a:xfrm>
          <a:prstGeom prst="rect">
            <a:avLst/>
          </a:prstGeom>
          <a:noFill/>
          <a:ln>
            <a:noFill/>
          </a:ln>
        </p:spPr>
      </p:pic>
      <p:sp>
        <p:nvSpPr>
          <p:cNvPr id="81" name="Google Shape;81;p13"/>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OOC Video Title">
  <p:cSld name="MOOC Video Title">
    <p:spTree>
      <p:nvGrpSpPr>
        <p:cNvPr id="1" name="Shape 84"/>
        <p:cNvGrpSpPr/>
        <p:nvPr/>
      </p:nvGrpSpPr>
      <p:grpSpPr>
        <a:xfrm>
          <a:off x="0" y="0"/>
          <a:ext cx="0" cy="0"/>
          <a:chOff x="0" y="0"/>
          <a:chExt cx="0" cy="0"/>
        </a:xfrm>
      </p:grpSpPr>
      <p:pic>
        <p:nvPicPr>
          <p:cNvPr id="85" name="Google Shape;85;p15"/>
          <p:cNvPicPr preferRelativeResize="0"/>
          <p:nvPr/>
        </p:nvPicPr>
        <p:blipFill>
          <a:blip r:embed="rId2">
            <a:alphaModFix/>
          </a:blip>
          <a:stretch>
            <a:fillRect/>
          </a:stretch>
        </p:blipFill>
        <p:spPr>
          <a:xfrm>
            <a:off x="1208392" y="590300"/>
            <a:ext cx="1072150" cy="1350900"/>
          </a:xfrm>
          <a:prstGeom prst="rect">
            <a:avLst/>
          </a:prstGeom>
          <a:noFill/>
          <a:ln>
            <a:noFill/>
          </a:ln>
        </p:spPr>
      </p:pic>
      <p:sp>
        <p:nvSpPr>
          <p:cNvPr id="86" name="Google Shape;86;p15"/>
          <p:cNvSpPr txBox="1">
            <a:spLocks noGrp="1"/>
          </p:cNvSpPr>
          <p:nvPr>
            <p:ph type="title"/>
          </p:nvPr>
        </p:nvSpPr>
        <p:spPr>
          <a:xfrm>
            <a:off x="1148135" y="3457614"/>
            <a:ext cx="10509000" cy="613500"/>
          </a:xfrm>
          <a:prstGeom prst="rect">
            <a:avLst/>
          </a:prstGeom>
          <a:noFill/>
          <a:ln>
            <a:noFill/>
          </a:ln>
        </p:spPr>
        <p:txBody>
          <a:bodyPr spcFirstLastPara="1" wrap="square" lIns="91400" tIns="45700" rIns="91400" bIns="45700" anchor="t" anchorCtr="0">
            <a:noAutofit/>
          </a:bodyPr>
          <a:lstStyle>
            <a:lvl1pPr marR="0" lvl="0" algn="l" rtl="0">
              <a:spcBef>
                <a:spcPts val="0"/>
              </a:spcBef>
              <a:spcAft>
                <a:spcPts val="0"/>
              </a:spcAft>
              <a:buSzPts val="1400"/>
              <a:buFont typeface="Anton"/>
              <a:buNone/>
              <a:defRPr sz="3666" i="0" u="none" strike="noStrike" cap="none">
                <a:solidFill>
                  <a:srgbClr val="000000"/>
                </a:solidFill>
                <a:latin typeface="Anton"/>
                <a:ea typeface="Anton"/>
                <a:cs typeface="Anton"/>
                <a:sym typeface="Anton"/>
              </a:defRPr>
            </a:lvl1pPr>
            <a:lvl2pPr marR="0" lvl="1"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9pPr>
          </a:lstStyle>
          <a:p>
            <a:endParaRPr dirty="0"/>
          </a:p>
        </p:txBody>
      </p:sp>
      <p:sp>
        <p:nvSpPr>
          <p:cNvPr id="87" name="Google Shape;87;p15"/>
          <p:cNvSpPr txBox="1">
            <a:spLocks noGrp="1"/>
          </p:cNvSpPr>
          <p:nvPr>
            <p:ph type="body" idx="1"/>
          </p:nvPr>
        </p:nvSpPr>
        <p:spPr>
          <a:xfrm>
            <a:off x="1148135" y="4510282"/>
            <a:ext cx="7387200" cy="511500"/>
          </a:xfrm>
          <a:prstGeom prst="rect">
            <a:avLst/>
          </a:prstGeom>
          <a:noFill/>
          <a:ln>
            <a:noFill/>
          </a:ln>
        </p:spPr>
        <p:txBody>
          <a:bodyPr spcFirstLastPara="1" wrap="square" lIns="91400" tIns="45700" rIns="91400" bIns="45700" anchor="t" anchorCtr="0">
            <a:noAutofit/>
          </a:bodyPr>
          <a:lstStyle>
            <a:lvl1pPr marL="457200" marR="0" lvl="0" indent="-228600" algn="l" rtl="0">
              <a:spcBef>
                <a:spcPts val="797"/>
              </a:spcBef>
              <a:spcAft>
                <a:spcPts val="0"/>
              </a:spcAft>
              <a:buClr>
                <a:srgbClr val="FF0000"/>
              </a:buClr>
              <a:buSzPts val="3978"/>
              <a:buFont typeface="Arial"/>
              <a:buNone/>
              <a:defRPr sz="2652" b="1" i="0" u="none" strike="noStrike" cap="none">
                <a:solidFill>
                  <a:srgbClr val="C30000"/>
                </a:solidFill>
                <a:latin typeface="Arial Narrow"/>
                <a:ea typeface="Arial Narrow"/>
                <a:cs typeface="Arial Narrow"/>
                <a:sym typeface="Arial Narrow"/>
              </a:defRPr>
            </a:lvl1pPr>
            <a:lvl2pPr marL="914400" marR="0" lvl="1" indent="-432816" algn="l" rtl="0">
              <a:spcBef>
                <a:spcPts val="797"/>
              </a:spcBef>
              <a:spcAft>
                <a:spcPts val="0"/>
              </a:spcAft>
              <a:buClr>
                <a:srgbClr val="FF0000"/>
              </a:buClr>
              <a:buSzPts val="3216"/>
              <a:buFont typeface="Arial"/>
              <a:buChar char="•"/>
              <a:defRPr sz="2144" b="0" i="0" u="none" strike="noStrike" cap="none">
                <a:solidFill>
                  <a:srgbClr val="595959"/>
                </a:solidFill>
                <a:latin typeface="Verdana"/>
                <a:ea typeface="Verdana"/>
                <a:cs typeface="Verdana"/>
                <a:sym typeface="Verdana"/>
              </a:defRPr>
            </a:lvl2pPr>
            <a:lvl3pPr marL="1371600" marR="0" lvl="2" indent="-405955" algn="l" rtl="0">
              <a:spcBef>
                <a:spcPts val="797"/>
              </a:spcBef>
              <a:spcAft>
                <a:spcPts val="0"/>
              </a:spcAft>
              <a:buClr>
                <a:srgbClr val="FF0000"/>
              </a:buClr>
              <a:buSzPts val="2793"/>
              <a:buFont typeface="Arial"/>
              <a:buChar char="•"/>
              <a:defRPr sz="1862" b="0" i="0" u="none" strike="noStrike" cap="none">
                <a:solidFill>
                  <a:srgbClr val="595959"/>
                </a:solidFill>
                <a:latin typeface="Verdana"/>
                <a:ea typeface="Verdana"/>
                <a:cs typeface="Verdana"/>
                <a:sym typeface="Verdana"/>
              </a:defRPr>
            </a:lvl3pPr>
            <a:lvl4pPr marL="1828800" marR="0" lvl="3" indent="-379094" algn="l" rtl="0">
              <a:spcBef>
                <a:spcPts val="797"/>
              </a:spcBef>
              <a:spcAft>
                <a:spcPts val="0"/>
              </a:spcAft>
              <a:buClr>
                <a:srgbClr val="FF0000"/>
              </a:buClr>
              <a:buSzPts val="2370"/>
              <a:buFont typeface="Arial"/>
              <a:buChar char="•"/>
              <a:defRPr sz="1580" b="0" i="0" u="none" strike="noStrike" cap="none">
                <a:solidFill>
                  <a:srgbClr val="595959"/>
                </a:solidFill>
                <a:latin typeface="Verdana"/>
                <a:ea typeface="Verdana"/>
                <a:cs typeface="Verdana"/>
                <a:sym typeface="Verdana"/>
              </a:defRPr>
            </a:lvl4pPr>
            <a:lvl5pPr marL="2286000" marR="0" lvl="4" indent="-357568" algn="l" rtl="0">
              <a:spcBef>
                <a:spcPts val="797"/>
              </a:spcBef>
              <a:spcAft>
                <a:spcPts val="0"/>
              </a:spcAft>
              <a:buClr>
                <a:srgbClr val="FF0000"/>
              </a:buClr>
              <a:buSzPts val="2031"/>
              <a:buFont typeface="Arial"/>
              <a:buChar char="•"/>
              <a:defRPr sz="1354" b="0" i="0" u="none" strike="noStrike" cap="none">
                <a:solidFill>
                  <a:srgbClr val="595959"/>
                </a:solidFill>
                <a:latin typeface="Verdana"/>
                <a:ea typeface="Verdana"/>
                <a:cs typeface="Verdana"/>
                <a:sym typeface="Verdana"/>
              </a:defRPr>
            </a:lvl5pPr>
            <a:lvl6pPr marL="2743200" marR="0" lvl="5" indent="-397001"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6pPr>
            <a:lvl7pPr marL="3200400" marR="0" lvl="6" indent="-397001"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7pPr>
            <a:lvl8pPr marL="3657600" marR="0" lvl="7" indent="-397002"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8pPr>
            <a:lvl9pPr marL="4114800" marR="0" lvl="8" indent="-397002"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9pPr>
          </a:lstStyle>
          <a:p>
            <a:endParaRPr/>
          </a:p>
        </p:txBody>
      </p:sp>
      <p:sp>
        <p:nvSpPr>
          <p:cNvPr id="88" name="Google Shape;88;p15"/>
          <p:cNvSpPr txBox="1">
            <a:spLocks noGrp="1"/>
          </p:cNvSpPr>
          <p:nvPr>
            <p:ph type="body" idx="2"/>
          </p:nvPr>
        </p:nvSpPr>
        <p:spPr>
          <a:xfrm>
            <a:off x="1148388" y="5021832"/>
            <a:ext cx="7386900" cy="468300"/>
          </a:xfrm>
          <a:prstGeom prst="rect">
            <a:avLst/>
          </a:prstGeom>
          <a:noFill/>
          <a:ln>
            <a:noFill/>
          </a:ln>
        </p:spPr>
        <p:txBody>
          <a:bodyPr spcFirstLastPara="1" wrap="square" lIns="91400" tIns="45700" rIns="91400" bIns="45700" anchor="t" anchorCtr="0">
            <a:noAutofit/>
          </a:bodyPr>
          <a:lstStyle>
            <a:lvl1pPr marL="457200" marR="0" lvl="0" indent="-228600" algn="l" rtl="0">
              <a:spcBef>
                <a:spcPts val="797"/>
              </a:spcBef>
              <a:spcAft>
                <a:spcPts val="0"/>
              </a:spcAft>
              <a:buClr>
                <a:srgbClr val="FF0000"/>
              </a:buClr>
              <a:buSzPts val="3978"/>
              <a:buFont typeface="Arial"/>
              <a:buNone/>
              <a:defRPr sz="2652" b="0" i="0" u="none" strike="noStrike" cap="none">
                <a:solidFill>
                  <a:schemeClr val="dk1"/>
                </a:solidFill>
                <a:latin typeface="Arial Narrow"/>
                <a:ea typeface="Arial Narrow"/>
                <a:cs typeface="Arial Narrow"/>
                <a:sym typeface="Arial Narrow"/>
              </a:defRPr>
            </a:lvl1pPr>
            <a:lvl2pPr marL="914400" marR="0" lvl="1" indent="-432816" algn="l" rtl="0">
              <a:spcBef>
                <a:spcPts val="797"/>
              </a:spcBef>
              <a:spcAft>
                <a:spcPts val="0"/>
              </a:spcAft>
              <a:buClr>
                <a:srgbClr val="FF0000"/>
              </a:buClr>
              <a:buSzPts val="3216"/>
              <a:buFont typeface="Arial"/>
              <a:buChar char="•"/>
              <a:defRPr sz="2144" b="0" i="0" u="none" strike="noStrike" cap="none">
                <a:solidFill>
                  <a:srgbClr val="595959"/>
                </a:solidFill>
                <a:latin typeface="Verdana"/>
                <a:ea typeface="Verdana"/>
                <a:cs typeface="Verdana"/>
                <a:sym typeface="Verdana"/>
              </a:defRPr>
            </a:lvl2pPr>
            <a:lvl3pPr marL="1371600" marR="0" lvl="2" indent="-405955" algn="l" rtl="0">
              <a:spcBef>
                <a:spcPts val="797"/>
              </a:spcBef>
              <a:spcAft>
                <a:spcPts val="0"/>
              </a:spcAft>
              <a:buClr>
                <a:srgbClr val="FF0000"/>
              </a:buClr>
              <a:buSzPts val="2793"/>
              <a:buFont typeface="Arial"/>
              <a:buChar char="•"/>
              <a:defRPr sz="1862" b="0" i="0" u="none" strike="noStrike" cap="none">
                <a:solidFill>
                  <a:srgbClr val="595959"/>
                </a:solidFill>
                <a:latin typeface="Verdana"/>
                <a:ea typeface="Verdana"/>
                <a:cs typeface="Verdana"/>
                <a:sym typeface="Verdana"/>
              </a:defRPr>
            </a:lvl3pPr>
            <a:lvl4pPr marL="1828800" marR="0" lvl="3" indent="-379094" algn="l" rtl="0">
              <a:spcBef>
                <a:spcPts val="797"/>
              </a:spcBef>
              <a:spcAft>
                <a:spcPts val="0"/>
              </a:spcAft>
              <a:buClr>
                <a:srgbClr val="FF0000"/>
              </a:buClr>
              <a:buSzPts val="2370"/>
              <a:buFont typeface="Arial"/>
              <a:buChar char="•"/>
              <a:defRPr sz="1580" b="0" i="0" u="none" strike="noStrike" cap="none">
                <a:solidFill>
                  <a:srgbClr val="595959"/>
                </a:solidFill>
                <a:latin typeface="Verdana"/>
                <a:ea typeface="Verdana"/>
                <a:cs typeface="Verdana"/>
                <a:sym typeface="Verdana"/>
              </a:defRPr>
            </a:lvl4pPr>
            <a:lvl5pPr marL="2286000" marR="0" lvl="4" indent="-357568" algn="l" rtl="0">
              <a:spcBef>
                <a:spcPts val="797"/>
              </a:spcBef>
              <a:spcAft>
                <a:spcPts val="0"/>
              </a:spcAft>
              <a:buClr>
                <a:srgbClr val="FF0000"/>
              </a:buClr>
              <a:buSzPts val="2031"/>
              <a:buFont typeface="Arial"/>
              <a:buChar char="•"/>
              <a:defRPr sz="1354" b="0" i="0" u="none" strike="noStrike" cap="none">
                <a:solidFill>
                  <a:srgbClr val="595959"/>
                </a:solidFill>
                <a:latin typeface="Verdana"/>
                <a:ea typeface="Verdana"/>
                <a:cs typeface="Verdana"/>
                <a:sym typeface="Verdana"/>
              </a:defRPr>
            </a:lvl5pPr>
            <a:lvl6pPr marL="2743200" marR="0" lvl="5" indent="-397001"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6pPr>
            <a:lvl7pPr marL="3200400" marR="0" lvl="6" indent="-397001"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7pPr>
            <a:lvl8pPr marL="3657600" marR="0" lvl="7" indent="-397002"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8pPr>
            <a:lvl9pPr marL="4114800" marR="0" lvl="8" indent="-397002"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9pPr>
          </a:lstStyle>
          <a:p>
            <a:endParaRPr/>
          </a:p>
        </p:txBody>
      </p:sp>
      <p:sp>
        <p:nvSpPr>
          <p:cNvPr id="89" name="Google Shape;89;p15"/>
          <p:cNvSpPr>
            <a:spLocks noGrp="1"/>
          </p:cNvSpPr>
          <p:nvPr>
            <p:ph type="pic" idx="3"/>
          </p:nvPr>
        </p:nvSpPr>
        <p:spPr>
          <a:xfrm>
            <a:off x="5754273" y="326102"/>
            <a:ext cx="5903100" cy="4183800"/>
          </a:xfrm>
          <a:prstGeom prst="rect">
            <a:avLst/>
          </a:prstGeom>
          <a:noFill/>
          <a:ln>
            <a:noFill/>
          </a:ln>
        </p:spPr>
        <p:txBody>
          <a:bodyPr spcFirstLastPara="1" wrap="square" lIns="91425" tIns="45700" rIns="91425" bIns="45700" anchor="t" anchorCtr="0">
            <a:noAutofit/>
          </a:bodyPr>
          <a:lstStyle>
            <a:lvl1pPr marR="0" lvl="0" algn="l" rtl="0">
              <a:spcBef>
                <a:spcPts val="797"/>
              </a:spcBef>
              <a:spcAft>
                <a:spcPts val="0"/>
              </a:spcAft>
              <a:buClr>
                <a:srgbClr val="FF0000"/>
              </a:buClr>
              <a:buSzPts val="3978"/>
              <a:buFont typeface="Arial"/>
              <a:buNone/>
              <a:defRPr sz="2652" b="0" i="0" u="none" strike="noStrike" cap="none">
                <a:solidFill>
                  <a:srgbClr val="595959"/>
                </a:solidFill>
                <a:latin typeface="Verdana"/>
                <a:ea typeface="Verdana"/>
                <a:cs typeface="Verdana"/>
                <a:sym typeface="Verdana"/>
              </a:defRPr>
            </a:lvl1pPr>
            <a:lvl2pPr marR="0" lvl="1" algn="l" rtl="0">
              <a:spcBef>
                <a:spcPts val="797"/>
              </a:spcBef>
              <a:spcAft>
                <a:spcPts val="0"/>
              </a:spcAft>
              <a:buClr>
                <a:srgbClr val="FF0000"/>
              </a:buClr>
              <a:buSzPts val="3216"/>
              <a:buFont typeface="Arial"/>
              <a:buChar char="•"/>
              <a:defRPr sz="2144" b="0" i="0" u="none" strike="noStrike" cap="none">
                <a:solidFill>
                  <a:srgbClr val="595959"/>
                </a:solidFill>
                <a:latin typeface="Verdana"/>
                <a:ea typeface="Verdana"/>
                <a:cs typeface="Verdana"/>
                <a:sym typeface="Verdana"/>
              </a:defRPr>
            </a:lvl2pPr>
            <a:lvl3pPr marR="0" lvl="2" algn="l" rtl="0">
              <a:spcBef>
                <a:spcPts val="797"/>
              </a:spcBef>
              <a:spcAft>
                <a:spcPts val="0"/>
              </a:spcAft>
              <a:buClr>
                <a:srgbClr val="FF0000"/>
              </a:buClr>
              <a:buSzPts val="2793"/>
              <a:buFont typeface="Arial"/>
              <a:buChar char="•"/>
              <a:defRPr sz="1862" b="0" i="0" u="none" strike="noStrike" cap="none">
                <a:solidFill>
                  <a:srgbClr val="595959"/>
                </a:solidFill>
                <a:latin typeface="Verdana"/>
                <a:ea typeface="Verdana"/>
                <a:cs typeface="Verdana"/>
                <a:sym typeface="Verdana"/>
              </a:defRPr>
            </a:lvl3pPr>
            <a:lvl4pPr marR="0" lvl="3" algn="l" rtl="0">
              <a:spcBef>
                <a:spcPts val="797"/>
              </a:spcBef>
              <a:spcAft>
                <a:spcPts val="0"/>
              </a:spcAft>
              <a:buClr>
                <a:srgbClr val="FF0000"/>
              </a:buClr>
              <a:buSzPts val="2370"/>
              <a:buFont typeface="Arial"/>
              <a:buChar char="•"/>
              <a:defRPr sz="1580" b="0" i="0" u="none" strike="noStrike" cap="none">
                <a:solidFill>
                  <a:srgbClr val="595959"/>
                </a:solidFill>
                <a:latin typeface="Verdana"/>
                <a:ea typeface="Verdana"/>
                <a:cs typeface="Verdana"/>
                <a:sym typeface="Verdana"/>
              </a:defRPr>
            </a:lvl4pPr>
            <a:lvl5pPr marR="0" lvl="4" algn="l" rtl="0">
              <a:spcBef>
                <a:spcPts val="797"/>
              </a:spcBef>
              <a:spcAft>
                <a:spcPts val="0"/>
              </a:spcAft>
              <a:buClr>
                <a:srgbClr val="FF0000"/>
              </a:buClr>
              <a:buSzPts val="2031"/>
              <a:buFont typeface="Arial"/>
              <a:buChar char="•"/>
              <a:defRPr sz="1354" b="0" i="0" u="none" strike="noStrike" cap="none">
                <a:solidFill>
                  <a:srgbClr val="595959"/>
                </a:solidFill>
                <a:latin typeface="Verdana"/>
                <a:ea typeface="Verdana"/>
                <a:cs typeface="Verdana"/>
                <a:sym typeface="Verdana"/>
              </a:defRPr>
            </a:lvl5pPr>
            <a:lvl6pPr marR="0" lvl="5"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6pPr>
            <a:lvl7pPr marR="0" lvl="6"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7pPr>
            <a:lvl8pPr marR="0" lvl="7"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8pPr>
            <a:lvl9pPr marR="0" lvl="8"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9pPr>
          </a:lstStyle>
          <a:p>
            <a:endParaRPr/>
          </a:p>
        </p:txBody>
      </p:sp>
      <p:sp>
        <p:nvSpPr>
          <p:cNvPr id="90" name="Google Shape;90;p15"/>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rgbClr val="C30000"/>
                </a:solidFill>
                <a:latin typeface="Arial Narrow"/>
                <a:ea typeface="Arial Narrow"/>
                <a:cs typeface="Arial Narrow"/>
                <a:sym typeface="Arial Narrow"/>
              </a:defRPr>
            </a:lvl1pPr>
            <a:lvl2pPr lvl="1">
              <a:buNone/>
              <a:defRPr>
                <a:solidFill>
                  <a:srgbClr val="C30000"/>
                </a:solidFill>
                <a:latin typeface="Arial Narrow"/>
                <a:ea typeface="Arial Narrow"/>
                <a:cs typeface="Arial Narrow"/>
                <a:sym typeface="Arial Narrow"/>
              </a:defRPr>
            </a:lvl2pPr>
            <a:lvl3pPr lvl="2">
              <a:buNone/>
              <a:defRPr>
                <a:solidFill>
                  <a:srgbClr val="C30000"/>
                </a:solidFill>
                <a:latin typeface="Arial Narrow"/>
                <a:ea typeface="Arial Narrow"/>
                <a:cs typeface="Arial Narrow"/>
                <a:sym typeface="Arial Narrow"/>
              </a:defRPr>
            </a:lvl3pPr>
            <a:lvl4pPr lvl="3">
              <a:buNone/>
              <a:defRPr>
                <a:solidFill>
                  <a:srgbClr val="C30000"/>
                </a:solidFill>
                <a:latin typeface="Arial Narrow"/>
                <a:ea typeface="Arial Narrow"/>
                <a:cs typeface="Arial Narrow"/>
                <a:sym typeface="Arial Narrow"/>
              </a:defRPr>
            </a:lvl4pPr>
            <a:lvl5pPr lvl="4">
              <a:buNone/>
              <a:defRPr>
                <a:solidFill>
                  <a:srgbClr val="C30000"/>
                </a:solidFill>
                <a:latin typeface="Arial Narrow"/>
                <a:ea typeface="Arial Narrow"/>
                <a:cs typeface="Arial Narrow"/>
                <a:sym typeface="Arial Narrow"/>
              </a:defRPr>
            </a:lvl5pPr>
            <a:lvl6pPr lvl="5">
              <a:buNone/>
              <a:defRPr>
                <a:solidFill>
                  <a:srgbClr val="C30000"/>
                </a:solidFill>
                <a:latin typeface="Arial Narrow"/>
                <a:ea typeface="Arial Narrow"/>
                <a:cs typeface="Arial Narrow"/>
                <a:sym typeface="Arial Narrow"/>
              </a:defRPr>
            </a:lvl6pPr>
            <a:lvl7pPr lvl="6">
              <a:buNone/>
              <a:defRPr>
                <a:solidFill>
                  <a:srgbClr val="C30000"/>
                </a:solidFill>
                <a:latin typeface="Arial Narrow"/>
                <a:ea typeface="Arial Narrow"/>
                <a:cs typeface="Arial Narrow"/>
                <a:sym typeface="Arial Narrow"/>
              </a:defRPr>
            </a:lvl7pPr>
            <a:lvl8pPr lvl="7">
              <a:buNone/>
              <a:defRPr>
                <a:solidFill>
                  <a:srgbClr val="C30000"/>
                </a:solidFill>
                <a:latin typeface="Arial Narrow"/>
                <a:ea typeface="Arial Narrow"/>
                <a:cs typeface="Arial Narrow"/>
                <a:sym typeface="Arial Narrow"/>
              </a:defRPr>
            </a:lvl8pPr>
            <a:lvl9pPr lvl="8">
              <a:buNone/>
              <a:defRPr>
                <a:solidFill>
                  <a:srgbClr val="C30000"/>
                </a:solidFill>
                <a:latin typeface="Arial Narrow"/>
                <a:ea typeface="Arial Narrow"/>
                <a:cs typeface="Arial Narrow"/>
                <a:sym typeface="Arial Narrow"/>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re seul et filet" type="titleOnly">
  <p:cSld name="TITLE_ONLY">
    <p:spTree>
      <p:nvGrpSpPr>
        <p:cNvPr id="1" name="Shape 91"/>
        <p:cNvGrpSpPr/>
        <p:nvPr/>
      </p:nvGrpSpPr>
      <p:grpSpPr>
        <a:xfrm>
          <a:off x="0" y="0"/>
          <a:ext cx="0" cy="0"/>
          <a:chOff x="0" y="0"/>
          <a:chExt cx="0" cy="0"/>
        </a:xfrm>
      </p:grpSpPr>
      <p:sp>
        <p:nvSpPr>
          <p:cNvPr id="92" name="Google Shape;92;p16"/>
          <p:cNvSpPr txBox="1"/>
          <p:nvPr/>
        </p:nvSpPr>
        <p:spPr>
          <a:xfrm>
            <a:off x="11505858" y="6375118"/>
            <a:ext cx="698700" cy="319800"/>
          </a:xfrm>
          <a:prstGeom prst="rect">
            <a:avLst/>
          </a:prstGeom>
          <a:noFill/>
          <a:ln>
            <a:noFill/>
          </a:ln>
        </p:spPr>
        <p:txBody>
          <a:bodyPr spcFirstLastPara="1" wrap="square" lIns="121875" tIns="60925" rIns="121875" bIns="60925" anchor="t" anchorCtr="0">
            <a:noAutofit/>
          </a:bodyPr>
          <a:lstStyle/>
          <a:p>
            <a:pPr marL="0" marR="0" lvl="0" indent="0" algn="r" rtl="0">
              <a:lnSpc>
                <a:spcPct val="100000"/>
              </a:lnSpc>
              <a:spcBef>
                <a:spcPts val="0"/>
              </a:spcBef>
              <a:spcAft>
                <a:spcPts val="0"/>
              </a:spcAft>
              <a:buNone/>
            </a:pPr>
            <a:endParaRPr sz="1072" b="0" i="0" u="none" strike="noStrike" cap="none">
              <a:solidFill>
                <a:srgbClr val="A5A5A5"/>
              </a:solidFill>
              <a:latin typeface="Arial Narrow"/>
              <a:ea typeface="Arial Narrow"/>
              <a:cs typeface="Arial Narrow"/>
              <a:sym typeface="Arial Narrow"/>
            </a:endParaRPr>
          </a:p>
        </p:txBody>
      </p:sp>
      <p:grpSp>
        <p:nvGrpSpPr>
          <p:cNvPr id="93" name="Google Shape;93;p16"/>
          <p:cNvGrpSpPr/>
          <p:nvPr/>
        </p:nvGrpSpPr>
        <p:grpSpPr>
          <a:xfrm>
            <a:off x="896" y="882387"/>
            <a:ext cx="12192389" cy="127278"/>
            <a:chOff x="891" y="1433935"/>
            <a:chExt cx="19805700" cy="206453"/>
          </a:xfrm>
        </p:grpSpPr>
        <p:sp>
          <p:nvSpPr>
            <p:cNvPr id="94" name="Google Shape;94;p16"/>
            <p:cNvSpPr/>
            <p:nvPr/>
          </p:nvSpPr>
          <p:spPr>
            <a:xfrm>
              <a:off x="891" y="1433935"/>
              <a:ext cx="19805700" cy="87300"/>
            </a:xfrm>
            <a:prstGeom prst="rect">
              <a:avLst/>
            </a:prstGeom>
            <a:solidFill>
              <a:srgbClr val="D9D9D9"/>
            </a:solidFill>
            <a:ln>
              <a:noFill/>
            </a:ln>
          </p:spPr>
          <p:txBody>
            <a:bodyPr spcFirstLastPara="1" wrap="square" lIns="198000" tIns="99000" rIns="198000" bIns="99000" anchor="ctr" anchorCtr="0">
              <a:noAutofit/>
            </a:bodyPr>
            <a:lstStyle/>
            <a:p>
              <a:pPr marL="0" marR="0" lvl="0" indent="0" algn="ctr" rtl="0">
                <a:lnSpc>
                  <a:spcPct val="100000"/>
                </a:lnSpc>
                <a:spcBef>
                  <a:spcPts val="0"/>
                </a:spcBef>
                <a:spcAft>
                  <a:spcPts val="0"/>
                </a:spcAft>
                <a:buNone/>
              </a:pPr>
              <a:endParaRPr sz="2426" b="0" i="0" u="none" strike="noStrike" cap="none">
                <a:solidFill>
                  <a:schemeClr val="lt1"/>
                </a:solidFill>
                <a:latin typeface="Arial"/>
                <a:ea typeface="Arial"/>
                <a:cs typeface="Arial"/>
                <a:sym typeface="Arial"/>
              </a:endParaRPr>
            </a:p>
          </p:txBody>
        </p:sp>
        <p:sp>
          <p:nvSpPr>
            <p:cNvPr id="95" name="Google Shape;95;p16"/>
            <p:cNvSpPr/>
            <p:nvPr/>
          </p:nvSpPr>
          <p:spPr>
            <a:xfrm>
              <a:off x="891" y="1553088"/>
              <a:ext cx="19805700" cy="87300"/>
            </a:xfrm>
            <a:prstGeom prst="rect">
              <a:avLst/>
            </a:prstGeom>
            <a:solidFill>
              <a:srgbClr val="D9D9D9"/>
            </a:solidFill>
            <a:ln>
              <a:noFill/>
            </a:ln>
          </p:spPr>
          <p:txBody>
            <a:bodyPr spcFirstLastPara="1" wrap="square" lIns="198000" tIns="99000" rIns="198000" bIns="99000" anchor="ctr" anchorCtr="0">
              <a:noAutofit/>
            </a:bodyPr>
            <a:lstStyle/>
            <a:p>
              <a:pPr marL="0" marR="0" lvl="0" indent="0" algn="ctr" rtl="0">
                <a:lnSpc>
                  <a:spcPct val="100000"/>
                </a:lnSpc>
                <a:spcBef>
                  <a:spcPts val="0"/>
                </a:spcBef>
                <a:spcAft>
                  <a:spcPts val="0"/>
                </a:spcAft>
                <a:buNone/>
              </a:pPr>
              <a:endParaRPr sz="2426" b="0" i="0" u="none" strike="noStrike" cap="none">
                <a:solidFill>
                  <a:schemeClr val="lt1"/>
                </a:solidFill>
                <a:latin typeface="Arial"/>
                <a:ea typeface="Arial"/>
                <a:cs typeface="Arial"/>
                <a:sym typeface="Arial"/>
              </a:endParaRPr>
            </a:p>
          </p:txBody>
        </p:sp>
      </p:grpSp>
      <p:sp>
        <p:nvSpPr>
          <p:cNvPr id="96" name="Google Shape;96;p16"/>
          <p:cNvSpPr txBox="1">
            <a:spLocks noGrp="1"/>
          </p:cNvSpPr>
          <p:nvPr>
            <p:ph type="title"/>
          </p:nvPr>
        </p:nvSpPr>
        <p:spPr>
          <a:xfrm>
            <a:off x="533062" y="182407"/>
            <a:ext cx="10325100" cy="831600"/>
          </a:xfrm>
          <a:prstGeom prst="rect">
            <a:avLst/>
          </a:prstGeom>
          <a:noFill/>
          <a:ln>
            <a:noFill/>
          </a:ln>
        </p:spPr>
        <p:txBody>
          <a:bodyPr spcFirstLastPara="1" wrap="square" lIns="216000" tIns="108000" rIns="216000" bIns="108000" anchor="t" anchorCtr="0">
            <a:noAutofit/>
          </a:bodyPr>
          <a:lstStyle>
            <a:lvl1pPr marR="0" lvl="0" algn="l" rtl="0">
              <a:spcBef>
                <a:spcPts val="0"/>
              </a:spcBef>
              <a:spcAft>
                <a:spcPts val="0"/>
              </a:spcAft>
              <a:buSzPts val="1400"/>
              <a:buFont typeface="Anton"/>
              <a:buNone/>
              <a:defRPr sz="3441" i="0" u="none" strike="noStrike" cap="none">
                <a:solidFill>
                  <a:schemeClr val="dk1"/>
                </a:solidFill>
                <a:latin typeface="Anton"/>
                <a:ea typeface="Anton"/>
                <a:cs typeface="Anton"/>
                <a:sym typeface="Anton"/>
              </a:defRPr>
            </a:lvl1pPr>
            <a:lvl2pPr marR="0" lvl="1" algn="l" rtl="0">
              <a:spcBef>
                <a:spcPts val="1598"/>
              </a:spcBef>
              <a:spcAft>
                <a:spcPts val="0"/>
              </a:spcAft>
              <a:buSzPts val="1400"/>
              <a:buNone/>
              <a:defRPr sz="3666"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9pPr>
          </a:lstStyle>
          <a:p>
            <a:endParaRPr dirty="0"/>
          </a:p>
        </p:txBody>
      </p:sp>
      <p:pic>
        <p:nvPicPr>
          <p:cNvPr id="97" name="Google Shape;97;p16"/>
          <p:cNvPicPr preferRelativeResize="0"/>
          <p:nvPr/>
        </p:nvPicPr>
        <p:blipFill>
          <a:blip r:embed="rId2">
            <a:alphaModFix/>
          </a:blip>
          <a:stretch>
            <a:fillRect/>
          </a:stretch>
        </p:blipFill>
        <p:spPr>
          <a:xfrm>
            <a:off x="10968747" y="-8955"/>
            <a:ext cx="660004" cy="831600"/>
          </a:xfrm>
          <a:prstGeom prst="rect">
            <a:avLst/>
          </a:prstGeom>
          <a:noFill/>
          <a:ln>
            <a:noFill/>
          </a:ln>
        </p:spPr>
      </p:pic>
      <p:sp>
        <p:nvSpPr>
          <p:cNvPr id="98" name="Google Shape;98;p16"/>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chemeClr val="dk1"/>
                </a:solidFill>
                <a:latin typeface="Anton"/>
                <a:ea typeface="Anton"/>
                <a:cs typeface="Anton"/>
                <a:sym typeface="Anton"/>
              </a:defRPr>
            </a:lvl1pPr>
            <a:lvl2pPr lvl="1">
              <a:buNone/>
              <a:defRPr>
                <a:solidFill>
                  <a:schemeClr val="dk1"/>
                </a:solidFill>
                <a:latin typeface="Anton"/>
                <a:ea typeface="Anton"/>
                <a:cs typeface="Anton"/>
                <a:sym typeface="Anton"/>
              </a:defRPr>
            </a:lvl2pPr>
            <a:lvl3pPr lvl="2">
              <a:buNone/>
              <a:defRPr>
                <a:solidFill>
                  <a:schemeClr val="dk1"/>
                </a:solidFill>
                <a:latin typeface="Anton"/>
                <a:ea typeface="Anton"/>
                <a:cs typeface="Anton"/>
                <a:sym typeface="Anton"/>
              </a:defRPr>
            </a:lvl3pPr>
            <a:lvl4pPr lvl="3">
              <a:buNone/>
              <a:defRPr>
                <a:solidFill>
                  <a:schemeClr val="dk1"/>
                </a:solidFill>
                <a:latin typeface="Anton"/>
                <a:ea typeface="Anton"/>
                <a:cs typeface="Anton"/>
                <a:sym typeface="Anton"/>
              </a:defRPr>
            </a:lvl4pPr>
            <a:lvl5pPr lvl="4">
              <a:buNone/>
              <a:defRPr>
                <a:solidFill>
                  <a:schemeClr val="dk1"/>
                </a:solidFill>
                <a:latin typeface="Anton"/>
                <a:ea typeface="Anton"/>
                <a:cs typeface="Anton"/>
                <a:sym typeface="Anton"/>
              </a:defRPr>
            </a:lvl5pPr>
            <a:lvl6pPr lvl="5">
              <a:buNone/>
              <a:defRPr>
                <a:solidFill>
                  <a:schemeClr val="dk1"/>
                </a:solidFill>
                <a:latin typeface="Anton"/>
                <a:ea typeface="Anton"/>
                <a:cs typeface="Anton"/>
                <a:sym typeface="Anton"/>
              </a:defRPr>
            </a:lvl6pPr>
            <a:lvl7pPr lvl="6">
              <a:buNone/>
              <a:defRPr>
                <a:solidFill>
                  <a:schemeClr val="dk1"/>
                </a:solidFill>
                <a:latin typeface="Anton"/>
                <a:ea typeface="Anton"/>
                <a:cs typeface="Anton"/>
                <a:sym typeface="Anton"/>
              </a:defRPr>
            </a:lvl7pPr>
            <a:lvl8pPr lvl="7">
              <a:buNone/>
              <a:defRPr>
                <a:solidFill>
                  <a:schemeClr val="dk1"/>
                </a:solidFill>
                <a:latin typeface="Anton"/>
                <a:ea typeface="Anton"/>
                <a:cs typeface="Anton"/>
                <a:sym typeface="Anton"/>
              </a:defRPr>
            </a:lvl8pPr>
            <a:lvl9pPr lvl="8">
              <a:buNone/>
              <a:defRPr>
                <a:solidFill>
                  <a:schemeClr val="dk1"/>
                </a:solidFill>
                <a:latin typeface="Anton"/>
                <a:ea typeface="Anton"/>
                <a:cs typeface="Anton"/>
                <a:sym typeface="Anton"/>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re et contenu">
  <p:cSld name="Titre et contenu">
    <p:spTree>
      <p:nvGrpSpPr>
        <p:cNvPr id="1" name="Shape 99"/>
        <p:cNvGrpSpPr/>
        <p:nvPr/>
      </p:nvGrpSpPr>
      <p:grpSpPr>
        <a:xfrm>
          <a:off x="0" y="0"/>
          <a:ext cx="0" cy="0"/>
          <a:chOff x="0" y="0"/>
          <a:chExt cx="0" cy="0"/>
        </a:xfrm>
      </p:grpSpPr>
      <p:grpSp>
        <p:nvGrpSpPr>
          <p:cNvPr id="100" name="Google Shape;100;p17"/>
          <p:cNvGrpSpPr/>
          <p:nvPr/>
        </p:nvGrpSpPr>
        <p:grpSpPr>
          <a:xfrm>
            <a:off x="896" y="882387"/>
            <a:ext cx="12192389" cy="127278"/>
            <a:chOff x="891" y="1433935"/>
            <a:chExt cx="19805700" cy="206453"/>
          </a:xfrm>
        </p:grpSpPr>
        <p:sp>
          <p:nvSpPr>
            <p:cNvPr id="101" name="Google Shape;101;p17"/>
            <p:cNvSpPr/>
            <p:nvPr/>
          </p:nvSpPr>
          <p:spPr>
            <a:xfrm>
              <a:off x="891" y="1433935"/>
              <a:ext cx="19805700" cy="87300"/>
            </a:xfrm>
            <a:prstGeom prst="rect">
              <a:avLst/>
            </a:prstGeom>
            <a:solidFill>
              <a:srgbClr val="D9D9D9"/>
            </a:solidFill>
            <a:ln>
              <a:noFill/>
            </a:ln>
          </p:spPr>
          <p:txBody>
            <a:bodyPr spcFirstLastPara="1" wrap="square" lIns="198000" tIns="99000" rIns="198000" bIns="99000" anchor="ctr" anchorCtr="0">
              <a:noAutofit/>
            </a:bodyPr>
            <a:lstStyle/>
            <a:p>
              <a:pPr marL="0" marR="0" lvl="0" indent="0" algn="ctr" rtl="0">
                <a:lnSpc>
                  <a:spcPct val="100000"/>
                </a:lnSpc>
                <a:spcBef>
                  <a:spcPts val="0"/>
                </a:spcBef>
                <a:spcAft>
                  <a:spcPts val="0"/>
                </a:spcAft>
                <a:buNone/>
              </a:pPr>
              <a:endParaRPr sz="2426" b="0" i="0" u="none" strike="noStrike" cap="none">
                <a:solidFill>
                  <a:schemeClr val="lt1"/>
                </a:solidFill>
                <a:latin typeface="Arial"/>
                <a:ea typeface="Arial"/>
                <a:cs typeface="Arial"/>
                <a:sym typeface="Arial"/>
              </a:endParaRPr>
            </a:p>
          </p:txBody>
        </p:sp>
        <p:sp>
          <p:nvSpPr>
            <p:cNvPr id="102" name="Google Shape;102;p17"/>
            <p:cNvSpPr/>
            <p:nvPr/>
          </p:nvSpPr>
          <p:spPr>
            <a:xfrm>
              <a:off x="891" y="1553088"/>
              <a:ext cx="19805700" cy="87300"/>
            </a:xfrm>
            <a:prstGeom prst="rect">
              <a:avLst/>
            </a:prstGeom>
            <a:solidFill>
              <a:srgbClr val="D9D9D9"/>
            </a:solidFill>
            <a:ln>
              <a:noFill/>
            </a:ln>
          </p:spPr>
          <p:txBody>
            <a:bodyPr spcFirstLastPara="1" wrap="square" lIns="198000" tIns="99000" rIns="198000" bIns="99000" anchor="ctr" anchorCtr="0">
              <a:noAutofit/>
            </a:bodyPr>
            <a:lstStyle/>
            <a:p>
              <a:pPr marL="0" marR="0" lvl="0" indent="0" algn="ctr" rtl="0">
                <a:lnSpc>
                  <a:spcPct val="100000"/>
                </a:lnSpc>
                <a:spcBef>
                  <a:spcPts val="0"/>
                </a:spcBef>
                <a:spcAft>
                  <a:spcPts val="0"/>
                </a:spcAft>
                <a:buNone/>
              </a:pPr>
              <a:endParaRPr sz="2426" b="0" i="0" u="none" strike="noStrike" cap="none">
                <a:solidFill>
                  <a:schemeClr val="lt1"/>
                </a:solidFill>
                <a:latin typeface="Arial"/>
                <a:ea typeface="Arial"/>
                <a:cs typeface="Arial"/>
                <a:sym typeface="Arial"/>
              </a:endParaRPr>
            </a:p>
          </p:txBody>
        </p:sp>
      </p:grpSp>
      <p:sp>
        <p:nvSpPr>
          <p:cNvPr id="103" name="Google Shape;103;p17"/>
          <p:cNvSpPr txBox="1">
            <a:spLocks noGrp="1"/>
          </p:cNvSpPr>
          <p:nvPr>
            <p:ph type="body" idx="1"/>
          </p:nvPr>
        </p:nvSpPr>
        <p:spPr>
          <a:xfrm>
            <a:off x="391843" y="1325033"/>
            <a:ext cx="11265300" cy="4854000"/>
          </a:xfrm>
          <a:prstGeom prst="rect">
            <a:avLst/>
          </a:prstGeom>
          <a:noFill/>
          <a:ln>
            <a:noFill/>
          </a:ln>
        </p:spPr>
        <p:txBody>
          <a:bodyPr spcFirstLastPara="1" wrap="square" lIns="0" tIns="0" rIns="0" bIns="0" anchor="t" anchorCtr="0">
            <a:noAutofit/>
          </a:bodyPr>
          <a:lstStyle>
            <a:lvl1pPr marL="457200" marR="0" lvl="0" indent="-414908" algn="l" rtl="0">
              <a:lnSpc>
                <a:spcPct val="100000"/>
              </a:lnSpc>
              <a:spcBef>
                <a:spcPts val="0"/>
              </a:spcBef>
              <a:spcAft>
                <a:spcPts val="0"/>
              </a:spcAft>
              <a:buClr>
                <a:srgbClr val="C30000"/>
              </a:buClr>
              <a:buSzPts val="2934"/>
              <a:buFont typeface="Merriweather Sans"/>
              <a:buChar char="●"/>
              <a:defRPr sz="2934" b="1" i="0" u="none" strike="noStrike" cap="none">
                <a:solidFill>
                  <a:srgbClr val="000000"/>
                </a:solidFill>
                <a:latin typeface="Arial"/>
                <a:ea typeface="Arial"/>
                <a:cs typeface="Arial"/>
                <a:sym typeface="Arial"/>
              </a:defRPr>
            </a:lvl1pPr>
            <a:lvl2pPr marL="914400" marR="0" lvl="1" indent="-351129" algn="l" rtl="0">
              <a:spcBef>
                <a:spcPts val="400"/>
              </a:spcBef>
              <a:spcAft>
                <a:spcPts val="0"/>
              </a:spcAft>
              <a:buClr>
                <a:srgbClr val="C30000"/>
              </a:buClr>
              <a:buSzPts val="1930"/>
              <a:buFont typeface="Merriweather Sans"/>
              <a:buChar char="●"/>
              <a:defRPr sz="2144" b="1" i="0" u="none" strike="noStrike" cap="none">
                <a:solidFill>
                  <a:srgbClr val="000000"/>
                </a:solidFill>
                <a:latin typeface="Arial"/>
                <a:ea typeface="Arial"/>
                <a:cs typeface="Arial"/>
                <a:sym typeface="Arial"/>
              </a:defRPr>
            </a:lvl2pPr>
            <a:lvl3pPr marL="1371600" marR="0" lvl="2" indent="-317449" algn="l" rtl="0">
              <a:spcBef>
                <a:spcPts val="400"/>
              </a:spcBef>
              <a:spcAft>
                <a:spcPts val="0"/>
              </a:spcAft>
              <a:buClr>
                <a:srgbClr val="C30000"/>
              </a:buClr>
              <a:buSzPts val="1399"/>
              <a:buFont typeface="Merriweather Sans"/>
              <a:buChar char="●"/>
              <a:defRPr sz="1749" b="1" i="0" u="none" strike="noStrike" cap="none">
                <a:solidFill>
                  <a:srgbClr val="000000"/>
                </a:solidFill>
                <a:latin typeface="Arial"/>
                <a:ea typeface="Arial"/>
                <a:cs typeface="Arial"/>
                <a:sym typeface="Arial"/>
              </a:defRPr>
            </a:lvl3pPr>
            <a:lvl4pPr marL="1828800" marR="0" lvl="3" indent="-228600" algn="l" rtl="0">
              <a:spcBef>
                <a:spcPts val="797"/>
              </a:spcBef>
              <a:spcAft>
                <a:spcPts val="0"/>
              </a:spcAft>
              <a:buClr>
                <a:srgbClr val="FF0000"/>
              </a:buClr>
              <a:buSzPts val="2370"/>
              <a:buFont typeface="Arial"/>
              <a:buNone/>
              <a:defRPr sz="1580" b="0" i="0" u="none" strike="noStrike" cap="none">
                <a:solidFill>
                  <a:srgbClr val="595959"/>
                </a:solidFill>
                <a:latin typeface="Helvetica Neue"/>
                <a:ea typeface="Helvetica Neue"/>
                <a:cs typeface="Helvetica Neue"/>
                <a:sym typeface="Helvetica Neue"/>
              </a:defRPr>
            </a:lvl4pPr>
            <a:lvl5pPr marL="2286000" marR="0" lvl="4" indent="-357568" algn="l" rtl="0">
              <a:spcBef>
                <a:spcPts val="797"/>
              </a:spcBef>
              <a:spcAft>
                <a:spcPts val="0"/>
              </a:spcAft>
              <a:buClr>
                <a:srgbClr val="FF0000"/>
              </a:buClr>
              <a:buSzPts val="2031"/>
              <a:buFont typeface="Arial"/>
              <a:buChar char="•"/>
              <a:defRPr sz="1354" b="0" i="0" u="none" strike="noStrike" cap="none">
                <a:solidFill>
                  <a:srgbClr val="595959"/>
                </a:solidFill>
                <a:latin typeface="Helvetica Neue"/>
                <a:ea typeface="Helvetica Neue"/>
                <a:cs typeface="Helvetica Neue"/>
                <a:sym typeface="Helvetica Neue"/>
              </a:defRPr>
            </a:lvl5pPr>
            <a:lvl6pPr marL="2743200" marR="0" lvl="5" indent="-397001"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6pPr>
            <a:lvl7pPr marL="3200400" marR="0" lvl="6" indent="-397001"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7pPr>
            <a:lvl8pPr marL="3657600" marR="0" lvl="7" indent="-397002"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8pPr>
            <a:lvl9pPr marL="4114800" marR="0" lvl="8" indent="-397002"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9pPr>
          </a:lstStyle>
          <a:p>
            <a:endParaRPr/>
          </a:p>
        </p:txBody>
      </p:sp>
      <p:sp>
        <p:nvSpPr>
          <p:cNvPr id="104" name="Google Shape;104;p17"/>
          <p:cNvSpPr txBox="1">
            <a:spLocks noGrp="1"/>
          </p:cNvSpPr>
          <p:nvPr>
            <p:ph type="title"/>
          </p:nvPr>
        </p:nvSpPr>
        <p:spPr>
          <a:xfrm>
            <a:off x="533062" y="182407"/>
            <a:ext cx="10325100" cy="831600"/>
          </a:xfrm>
          <a:prstGeom prst="rect">
            <a:avLst/>
          </a:prstGeom>
          <a:noFill/>
          <a:ln>
            <a:noFill/>
          </a:ln>
        </p:spPr>
        <p:txBody>
          <a:bodyPr spcFirstLastPara="1" wrap="square" lIns="216000" tIns="108000" rIns="216000" bIns="108000" anchor="t" anchorCtr="0">
            <a:noAutofit/>
          </a:bodyPr>
          <a:lstStyle>
            <a:lvl1pPr marR="0" lvl="0" algn="l" rtl="0">
              <a:spcBef>
                <a:spcPts val="0"/>
              </a:spcBef>
              <a:spcAft>
                <a:spcPts val="0"/>
              </a:spcAft>
              <a:buSzPts val="1400"/>
              <a:buFont typeface="Anton"/>
              <a:buNone/>
              <a:defRPr sz="3441" i="0" u="none" strike="noStrike" cap="none">
                <a:solidFill>
                  <a:schemeClr val="dk1"/>
                </a:solidFill>
                <a:latin typeface="Anton"/>
                <a:ea typeface="Anton"/>
                <a:cs typeface="Anton"/>
                <a:sym typeface="Anton"/>
              </a:defRPr>
            </a:lvl1pPr>
            <a:lvl2pPr marR="0" lvl="1" algn="l" rtl="0">
              <a:spcBef>
                <a:spcPts val="1598"/>
              </a:spcBef>
              <a:spcAft>
                <a:spcPts val="0"/>
              </a:spcAft>
              <a:buSzPts val="1400"/>
              <a:buNone/>
              <a:defRPr sz="3666"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9pPr>
          </a:lstStyle>
          <a:p>
            <a:endParaRPr dirty="0"/>
          </a:p>
        </p:txBody>
      </p:sp>
      <p:pic>
        <p:nvPicPr>
          <p:cNvPr id="105" name="Google Shape;105;p17"/>
          <p:cNvPicPr preferRelativeResize="0"/>
          <p:nvPr/>
        </p:nvPicPr>
        <p:blipFill>
          <a:blip r:embed="rId2">
            <a:alphaModFix/>
          </a:blip>
          <a:stretch>
            <a:fillRect/>
          </a:stretch>
        </p:blipFill>
        <p:spPr>
          <a:xfrm>
            <a:off x="10968747" y="-8955"/>
            <a:ext cx="660004" cy="831600"/>
          </a:xfrm>
          <a:prstGeom prst="rect">
            <a:avLst/>
          </a:prstGeom>
          <a:noFill/>
          <a:ln>
            <a:noFill/>
          </a:ln>
        </p:spPr>
      </p:pic>
      <p:sp>
        <p:nvSpPr>
          <p:cNvPr id="106" name="Google Shape;106;p17"/>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re seul sans filet">
  <p:cSld name="Titre seul sans filet">
    <p:spTree>
      <p:nvGrpSpPr>
        <p:cNvPr id="1" name="Shape 107"/>
        <p:cNvGrpSpPr/>
        <p:nvPr/>
      </p:nvGrpSpPr>
      <p:grpSpPr>
        <a:xfrm>
          <a:off x="0" y="0"/>
          <a:ext cx="0" cy="0"/>
          <a:chOff x="0" y="0"/>
          <a:chExt cx="0" cy="0"/>
        </a:xfrm>
      </p:grpSpPr>
      <p:sp>
        <p:nvSpPr>
          <p:cNvPr id="108" name="Google Shape;108;p18"/>
          <p:cNvSpPr txBox="1">
            <a:spLocks noGrp="1"/>
          </p:cNvSpPr>
          <p:nvPr>
            <p:ph type="title"/>
          </p:nvPr>
        </p:nvSpPr>
        <p:spPr>
          <a:xfrm>
            <a:off x="533062" y="182407"/>
            <a:ext cx="10325100" cy="814200"/>
          </a:xfrm>
          <a:prstGeom prst="rect">
            <a:avLst/>
          </a:prstGeom>
          <a:noFill/>
          <a:ln>
            <a:noFill/>
          </a:ln>
        </p:spPr>
        <p:txBody>
          <a:bodyPr spcFirstLastPara="1" wrap="square" lIns="216000" tIns="108000" rIns="216000" bIns="108000" anchor="t" anchorCtr="0">
            <a:noAutofit/>
          </a:bodyPr>
          <a:lstStyle>
            <a:lvl1pPr marR="0" lvl="0" algn="l" rtl="0">
              <a:spcBef>
                <a:spcPts val="0"/>
              </a:spcBef>
              <a:spcAft>
                <a:spcPts val="0"/>
              </a:spcAft>
              <a:buSzPts val="1400"/>
              <a:buFont typeface="Anton"/>
              <a:buNone/>
              <a:defRPr sz="3441" i="0" u="none" strike="noStrike" cap="none">
                <a:solidFill>
                  <a:schemeClr val="dk1"/>
                </a:solidFill>
                <a:latin typeface="Anton"/>
                <a:ea typeface="Anton"/>
                <a:cs typeface="Anton"/>
                <a:sym typeface="Anton"/>
              </a:defRPr>
            </a:lvl1pPr>
            <a:lvl2pPr marR="0" lvl="1"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9pPr>
          </a:lstStyle>
          <a:p>
            <a:endParaRPr dirty="0"/>
          </a:p>
        </p:txBody>
      </p:sp>
      <p:pic>
        <p:nvPicPr>
          <p:cNvPr id="109" name="Google Shape;109;p18"/>
          <p:cNvPicPr preferRelativeResize="0"/>
          <p:nvPr/>
        </p:nvPicPr>
        <p:blipFill>
          <a:blip r:embed="rId2">
            <a:alphaModFix/>
          </a:blip>
          <a:stretch>
            <a:fillRect/>
          </a:stretch>
        </p:blipFill>
        <p:spPr>
          <a:xfrm>
            <a:off x="10968747" y="-8955"/>
            <a:ext cx="660004" cy="831600"/>
          </a:xfrm>
          <a:prstGeom prst="rect">
            <a:avLst/>
          </a:prstGeom>
          <a:noFill/>
          <a:ln>
            <a:noFill/>
          </a:ln>
        </p:spPr>
      </p:pic>
      <p:sp>
        <p:nvSpPr>
          <p:cNvPr id="110" name="Google Shape;110;p18"/>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chemeClr val="dk1"/>
                </a:solidFill>
                <a:latin typeface="Anton"/>
                <a:ea typeface="Anton"/>
                <a:cs typeface="Anton"/>
                <a:sym typeface="Anton"/>
              </a:defRPr>
            </a:lvl1pPr>
            <a:lvl2pPr lvl="1">
              <a:buNone/>
              <a:defRPr>
                <a:solidFill>
                  <a:schemeClr val="dk1"/>
                </a:solidFill>
                <a:latin typeface="Anton"/>
                <a:ea typeface="Anton"/>
                <a:cs typeface="Anton"/>
                <a:sym typeface="Anton"/>
              </a:defRPr>
            </a:lvl2pPr>
            <a:lvl3pPr lvl="2">
              <a:buNone/>
              <a:defRPr>
                <a:solidFill>
                  <a:schemeClr val="dk1"/>
                </a:solidFill>
                <a:latin typeface="Anton"/>
                <a:ea typeface="Anton"/>
                <a:cs typeface="Anton"/>
                <a:sym typeface="Anton"/>
              </a:defRPr>
            </a:lvl3pPr>
            <a:lvl4pPr lvl="3">
              <a:buNone/>
              <a:defRPr>
                <a:solidFill>
                  <a:schemeClr val="dk1"/>
                </a:solidFill>
                <a:latin typeface="Anton"/>
                <a:ea typeface="Anton"/>
                <a:cs typeface="Anton"/>
                <a:sym typeface="Anton"/>
              </a:defRPr>
            </a:lvl4pPr>
            <a:lvl5pPr lvl="4">
              <a:buNone/>
              <a:defRPr>
                <a:solidFill>
                  <a:schemeClr val="dk1"/>
                </a:solidFill>
                <a:latin typeface="Anton"/>
                <a:ea typeface="Anton"/>
                <a:cs typeface="Anton"/>
                <a:sym typeface="Anton"/>
              </a:defRPr>
            </a:lvl5pPr>
            <a:lvl6pPr lvl="5">
              <a:buNone/>
              <a:defRPr>
                <a:solidFill>
                  <a:schemeClr val="dk1"/>
                </a:solidFill>
                <a:latin typeface="Anton"/>
                <a:ea typeface="Anton"/>
                <a:cs typeface="Anton"/>
                <a:sym typeface="Anton"/>
              </a:defRPr>
            </a:lvl6pPr>
            <a:lvl7pPr lvl="6">
              <a:buNone/>
              <a:defRPr>
                <a:solidFill>
                  <a:schemeClr val="dk1"/>
                </a:solidFill>
                <a:latin typeface="Anton"/>
                <a:ea typeface="Anton"/>
                <a:cs typeface="Anton"/>
                <a:sym typeface="Anton"/>
              </a:defRPr>
            </a:lvl7pPr>
            <a:lvl8pPr lvl="7">
              <a:buNone/>
              <a:defRPr>
                <a:solidFill>
                  <a:schemeClr val="dk1"/>
                </a:solidFill>
                <a:latin typeface="Anton"/>
                <a:ea typeface="Anton"/>
                <a:cs typeface="Anton"/>
                <a:sym typeface="Anton"/>
              </a:defRPr>
            </a:lvl8pPr>
            <a:lvl9pPr lvl="8">
              <a:buNone/>
              <a:defRPr>
                <a:solidFill>
                  <a:schemeClr val="dk1"/>
                </a:solidFill>
                <a:latin typeface="Anton"/>
                <a:ea typeface="Anton"/>
                <a:cs typeface="Anton"/>
                <a:sym typeface="Anton"/>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re et canvas">
  <p:cSld name="Titre et canvas">
    <p:spTree>
      <p:nvGrpSpPr>
        <p:cNvPr id="1" name="Shape 111"/>
        <p:cNvGrpSpPr/>
        <p:nvPr/>
      </p:nvGrpSpPr>
      <p:grpSpPr>
        <a:xfrm>
          <a:off x="0" y="0"/>
          <a:ext cx="0" cy="0"/>
          <a:chOff x="0" y="0"/>
          <a:chExt cx="0" cy="0"/>
        </a:xfrm>
      </p:grpSpPr>
      <p:grpSp>
        <p:nvGrpSpPr>
          <p:cNvPr id="112" name="Google Shape;112;p19"/>
          <p:cNvGrpSpPr/>
          <p:nvPr/>
        </p:nvGrpSpPr>
        <p:grpSpPr>
          <a:xfrm>
            <a:off x="896" y="882387"/>
            <a:ext cx="12192389" cy="127278"/>
            <a:chOff x="891" y="1433935"/>
            <a:chExt cx="19805700" cy="206453"/>
          </a:xfrm>
        </p:grpSpPr>
        <p:sp>
          <p:nvSpPr>
            <p:cNvPr id="113" name="Google Shape;113;p19"/>
            <p:cNvSpPr/>
            <p:nvPr/>
          </p:nvSpPr>
          <p:spPr>
            <a:xfrm>
              <a:off x="891" y="1433935"/>
              <a:ext cx="19805700" cy="87300"/>
            </a:xfrm>
            <a:prstGeom prst="rect">
              <a:avLst/>
            </a:prstGeom>
            <a:solidFill>
              <a:srgbClr val="D9D9D9"/>
            </a:solidFill>
            <a:ln>
              <a:noFill/>
            </a:ln>
          </p:spPr>
          <p:txBody>
            <a:bodyPr spcFirstLastPara="1" wrap="square" lIns="198000" tIns="99000" rIns="198000" bIns="99000" anchor="ctr" anchorCtr="0">
              <a:noAutofit/>
            </a:bodyPr>
            <a:lstStyle/>
            <a:p>
              <a:pPr marL="0" marR="0" lvl="0" indent="0" algn="ctr" rtl="0">
                <a:lnSpc>
                  <a:spcPct val="100000"/>
                </a:lnSpc>
                <a:spcBef>
                  <a:spcPts val="0"/>
                </a:spcBef>
                <a:spcAft>
                  <a:spcPts val="0"/>
                </a:spcAft>
                <a:buNone/>
              </a:pPr>
              <a:endParaRPr sz="2426" b="0" i="0" u="none" strike="noStrike" cap="none">
                <a:solidFill>
                  <a:schemeClr val="lt1"/>
                </a:solidFill>
                <a:latin typeface="Arial"/>
                <a:ea typeface="Arial"/>
                <a:cs typeface="Arial"/>
                <a:sym typeface="Arial"/>
              </a:endParaRPr>
            </a:p>
          </p:txBody>
        </p:sp>
        <p:sp>
          <p:nvSpPr>
            <p:cNvPr id="114" name="Google Shape;114;p19"/>
            <p:cNvSpPr/>
            <p:nvPr/>
          </p:nvSpPr>
          <p:spPr>
            <a:xfrm>
              <a:off x="891" y="1553088"/>
              <a:ext cx="19805700" cy="87300"/>
            </a:xfrm>
            <a:prstGeom prst="rect">
              <a:avLst/>
            </a:prstGeom>
            <a:solidFill>
              <a:srgbClr val="D9D9D9"/>
            </a:solidFill>
            <a:ln>
              <a:noFill/>
            </a:ln>
          </p:spPr>
          <p:txBody>
            <a:bodyPr spcFirstLastPara="1" wrap="square" lIns="198000" tIns="99000" rIns="198000" bIns="99000" anchor="ctr" anchorCtr="0">
              <a:noAutofit/>
            </a:bodyPr>
            <a:lstStyle/>
            <a:p>
              <a:pPr marL="0" marR="0" lvl="0" indent="0" algn="ctr" rtl="0">
                <a:lnSpc>
                  <a:spcPct val="100000"/>
                </a:lnSpc>
                <a:spcBef>
                  <a:spcPts val="0"/>
                </a:spcBef>
                <a:spcAft>
                  <a:spcPts val="0"/>
                </a:spcAft>
                <a:buNone/>
              </a:pPr>
              <a:endParaRPr sz="2426" b="0" i="0" u="none" strike="noStrike" cap="none">
                <a:solidFill>
                  <a:schemeClr val="lt1"/>
                </a:solidFill>
                <a:latin typeface="Arial"/>
                <a:ea typeface="Arial"/>
                <a:cs typeface="Arial"/>
                <a:sym typeface="Arial"/>
              </a:endParaRPr>
            </a:p>
          </p:txBody>
        </p:sp>
      </p:grpSp>
      <p:sp>
        <p:nvSpPr>
          <p:cNvPr id="115" name="Google Shape;115;p19"/>
          <p:cNvSpPr txBox="1">
            <a:spLocks noGrp="1"/>
          </p:cNvSpPr>
          <p:nvPr>
            <p:ph type="body" idx="1"/>
          </p:nvPr>
        </p:nvSpPr>
        <p:spPr>
          <a:xfrm>
            <a:off x="362844" y="1325035"/>
            <a:ext cx="5594700" cy="4822200"/>
          </a:xfrm>
          <a:prstGeom prst="rect">
            <a:avLst/>
          </a:prstGeom>
          <a:noFill/>
          <a:ln>
            <a:noFill/>
          </a:ln>
        </p:spPr>
        <p:txBody>
          <a:bodyPr spcFirstLastPara="1" wrap="square" lIns="0" tIns="0" rIns="0" bIns="0" anchor="t" anchorCtr="0">
            <a:noAutofit/>
          </a:bodyPr>
          <a:lstStyle>
            <a:lvl1pPr marL="457200" marR="0" lvl="0" indent="-418465" algn="l" rtl="0">
              <a:lnSpc>
                <a:spcPct val="100000"/>
              </a:lnSpc>
              <a:spcBef>
                <a:spcPts val="0"/>
              </a:spcBef>
              <a:spcAft>
                <a:spcPts val="0"/>
              </a:spcAft>
              <a:buClr>
                <a:srgbClr val="C30000"/>
              </a:buClr>
              <a:buSzPts val="2990"/>
              <a:buFont typeface="Merriweather Sans"/>
              <a:buChar char="●"/>
              <a:defRPr sz="2990" b="0" i="0" u="none" strike="noStrike" cap="none">
                <a:solidFill>
                  <a:srgbClr val="000000"/>
                </a:solidFill>
                <a:latin typeface="Arial Narrow"/>
                <a:ea typeface="Arial Narrow"/>
                <a:cs typeface="Arial Narrow"/>
                <a:sym typeface="Arial Narrow"/>
              </a:defRPr>
            </a:lvl1pPr>
            <a:lvl2pPr marL="914400" marR="0" lvl="1" indent="-351129" algn="l" rtl="0">
              <a:spcBef>
                <a:spcPts val="400"/>
              </a:spcBef>
              <a:spcAft>
                <a:spcPts val="0"/>
              </a:spcAft>
              <a:buClr>
                <a:srgbClr val="C30000"/>
              </a:buClr>
              <a:buSzPts val="1930"/>
              <a:buFont typeface="Merriweather Sans"/>
              <a:buChar char="●"/>
              <a:defRPr sz="2144" b="0" i="0" u="none" strike="noStrike" cap="none">
                <a:solidFill>
                  <a:srgbClr val="000000"/>
                </a:solidFill>
                <a:latin typeface="Arial Narrow"/>
                <a:ea typeface="Arial Narrow"/>
                <a:cs typeface="Arial Narrow"/>
                <a:sym typeface="Arial Narrow"/>
              </a:defRPr>
            </a:lvl2pPr>
            <a:lvl3pPr marL="1371600" marR="0" lvl="2" indent="-328930" algn="l" rtl="0">
              <a:spcBef>
                <a:spcPts val="400"/>
              </a:spcBef>
              <a:spcAft>
                <a:spcPts val="0"/>
              </a:spcAft>
              <a:buClr>
                <a:srgbClr val="C30000"/>
              </a:buClr>
              <a:buSzPts val="1580"/>
              <a:buFont typeface="Merriweather Sans"/>
              <a:buChar char="●"/>
              <a:defRPr sz="1975" b="0" i="0" u="none" strike="noStrike" cap="none">
                <a:solidFill>
                  <a:srgbClr val="000000"/>
                </a:solidFill>
                <a:latin typeface="Arial Narrow"/>
                <a:ea typeface="Arial Narrow"/>
                <a:cs typeface="Arial Narrow"/>
                <a:sym typeface="Arial Narrow"/>
              </a:defRPr>
            </a:lvl3pPr>
            <a:lvl4pPr marL="1828800" marR="0" lvl="3" indent="-379094" algn="l" rtl="0">
              <a:spcBef>
                <a:spcPts val="797"/>
              </a:spcBef>
              <a:spcAft>
                <a:spcPts val="0"/>
              </a:spcAft>
              <a:buClr>
                <a:srgbClr val="FF0000"/>
              </a:buClr>
              <a:buSzPts val="2370"/>
              <a:buFont typeface="Arial"/>
              <a:buChar char="•"/>
              <a:defRPr sz="1580" b="0" i="0" u="none" strike="noStrike" cap="none">
                <a:solidFill>
                  <a:srgbClr val="595959"/>
                </a:solidFill>
                <a:latin typeface="Helvetica Neue"/>
                <a:ea typeface="Helvetica Neue"/>
                <a:cs typeface="Helvetica Neue"/>
                <a:sym typeface="Helvetica Neue"/>
              </a:defRPr>
            </a:lvl4pPr>
            <a:lvl5pPr marL="2286000" marR="0" lvl="4" indent="-357568" algn="l" rtl="0">
              <a:spcBef>
                <a:spcPts val="797"/>
              </a:spcBef>
              <a:spcAft>
                <a:spcPts val="0"/>
              </a:spcAft>
              <a:buClr>
                <a:srgbClr val="FF0000"/>
              </a:buClr>
              <a:buSzPts val="2031"/>
              <a:buFont typeface="Arial"/>
              <a:buChar char="•"/>
              <a:defRPr sz="1354" b="0" i="0" u="none" strike="noStrike" cap="none">
                <a:solidFill>
                  <a:srgbClr val="595959"/>
                </a:solidFill>
                <a:latin typeface="Helvetica Neue"/>
                <a:ea typeface="Helvetica Neue"/>
                <a:cs typeface="Helvetica Neue"/>
                <a:sym typeface="Helvetica Neue"/>
              </a:defRPr>
            </a:lvl5pPr>
            <a:lvl6pPr marL="2743200" marR="0" lvl="5" indent="-397001"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6pPr>
            <a:lvl7pPr marL="3200400" marR="0" lvl="6" indent="-397001"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7pPr>
            <a:lvl8pPr marL="3657600" marR="0" lvl="7" indent="-397002"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8pPr>
            <a:lvl9pPr marL="4114800" marR="0" lvl="8" indent="-397002"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9pPr>
          </a:lstStyle>
          <a:p>
            <a:endParaRPr/>
          </a:p>
        </p:txBody>
      </p:sp>
      <p:sp>
        <p:nvSpPr>
          <p:cNvPr id="116" name="Google Shape;116;p19"/>
          <p:cNvSpPr txBox="1">
            <a:spLocks noGrp="1"/>
          </p:cNvSpPr>
          <p:nvPr>
            <p:ph type="body" idx="2"/>
          </p:nvPr>
        </p:nvSpPr>
        <p:spPr>
          <a:xfrm>
            <a:off x="6106938" y="1325035"/>
            <a:ext cx="5594100" cy="4822200"/>
          </a:xfrm>
          <a:prstGeom prst="rect">
            <a:avLst/>
          </a:prstGeom>
          <a:noFill/>
          <a:ln>
            <a:noFill/>
          </a:ln>
        </p:spPr>
        <p:txBody>
          <a:bodyPr spcFirstLastPara="1" wrap="square" lIns="0" tIns="0" rIns="0" bIns="0" anchor="t" anchorCtr="0">
            <a:noAutofit/>
          </a:bodyPr>
          <a:lstStyle>
            <a:lvl1pPr marL="457200" marR="0" lvl="0" indent="-414908" algn="l" rtl="0">
              <a:lnSpc>
                <a:spcPct val="100000"/>
              </a:lnSpc>
              <a:spcBef>
                <a:spcPts val="0"/>
              </a:spcBef>
              <a:spcAft>
                <a:spcPts val="0"/>
              </a:spcAft>
              <a:buClr>
                <a:srgbClr val="C30000"/>
              </a:buClr>
              <a:buSzPts val="2934"/>
              <a:buFont typeface="Merriweather Sans"/>
              <a:buChar char="●"/>
              <a:defRPr sz="2934" b="0" i="0" u="none" strike="noStrike" cap="none">
                <a:solidFill>
                  <a:srgbClr val="000000"/>
                </a:solidFill>
                <a:latin typeface="Arial Narrow"/>
                <a:ea typeface="Arial Narrow"/>
                <a:cs typeface="Arial Narrow"/>
                <a:sym typeface="Arial Narrow"/>
              </a:defRPr>
            </a:lvl1pPr>
            <a:lvl2pPr marL="914400" marR="0" lvl="1" indent="-351129" algn="l" rtl="0">
              <a:spcBef>
                <a:spcPts val="400"/>
              </a:spcBef>
              <a:spcAft>
                <a:spcPts val="0"/>
              </a:spcAft>
              <a:buClr>
                <a:srgbClr val="C30000"/>
              </a:buClr>
              <a:buSzPts val="1930"/>
              <a:buFont typeface="Merriweather Sans"/>
              <a:buChar char="●"/>
              <a:defRPr sz="2144" b="0" i="0" u="none" strike="noStrike" cap="none">
                <a:solidFill>
                  <a:srgbClr val="000000"/>
                </a:solidFill>
                <a:latin typeface="Arial Narrow"/>
                <a:ea typeface="Arial Narrow"/>
                <a:cs typeface="Arial Narrow"/>
                <a:sym typeface="Arial Narrow"/>
              </a:defRPr>
            </a:lvl2pPr>
            <a:lvl3pPr marL="1371600" marR="0" lvl="2" indent="-328930" algn="l" rtl="0">
              <a:spcBef>
                <a:spcPts val="400"/>
              </a:spcBef>
              <a:spcAft>
                <a:spcPts val="0"/>
              </a:spcAft>
              <a:buClr>
                <a:srgbClr val="C30000"/>
              </a:buClr>
              <a:buSzPts val="1580"/>
              <a:buFont typeface="Merriweather Sans"/>
              <a:buChar char="●"/>
              <a:defRPr sz="1975" b="0" i="0" u="none" strike="noStrike" cap="none">
                <a:solidFill>
                  <a:srgbClr val="000000"/>
                </a:solidFill>
                <a:latin typeface="Arial Narrow"/>
                <a:ea typeface="Arial Narrow"/>
                <a:cs typeface="Arial Narrow"/>
                <a:sym typeface="Arial Narrow"/>
              </a:defRPr>
            </a:lvl3pPr>
            <a:lvl4pPr marL="1828800" marR="0" lvl="3" indent="-379094" algn="l" rtl="0">
              <a:spcBef>
                <a:spcPts val="797"/>
              </a:spcBef>
              <a:spcAft>
                <a:spcPts val="0"/>
              </a:spcAft>
              <a:buClr>
                <a:srgbClr val="FF0000"/>
              </a:buClr>
              <a:buSzPts val="2370"/>
              <a:buFont typeface="Arial"/>
              <a:buChar char="•"/>
              <a:defRPr sz="1580" b="0" i="0" u="none" strike="noStrike" cap="none">
                <a:solidFill>
                  <a:srgbClr val="595959"/>
                </a:solidFill>
                <a:latin typeface="Helvetica Neue"/>
                <a:ea typeface="Helvetica Neue"/>
                <a:cs typeface="Helvetica Neue"/>
                <a:sym typeface="Helvetica Neue"/>
              </a:defRPr>
            </a:lvl4pPr>
            <a:lvl5pPr marL="2286000" marR="0" lvl="4" indent="-357568" algn="l" rtl="0">
              <a:spcBef>
                <a:spcPts val="797"/>
              </a:spcBef>
              <a:spcAft>
                <a:spcPts val="0"/>
              </a:spcAft>
              <a:buClr>
                <a:srgbClr val="FF0000"/>
              </a:buClr>
              <a:buSzPts val="2031"/>
              <a:buFont typeface="Arial"/>
              <a:buChar char="•"/>
              <a:defRPr sz="1354" b="0" i="0" u="none" strike="noStrike" cap="none">
                <a:solidFill>
                  <a:srgbClr val="595959"/>
                </a:solidFill>
                <a:latin typeface="Helvetica Neue"/>
                <a:ea typeface="Helvetica Neue"/>
                <a:cs typeface="Helvetica Neue"/>
                <a:sym typeface="Helvetica Neue"/>
              </a:defRPr>
            </a:lvl5pPr>
            <a:lvl6pPr marL="2743200" marR="0" lvl="5" indent="-397001"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6pPr>
            <a:lvl7pPr marL="3200400" marR="0" lvl="6" indent="-397001"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7pPr>
            <a:lvl8pPr marL="3657600" marR="0" lvl="7" indent="-397002"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8pPr>
            <a:lvl9pPr marL="4114800" marR="0" lvl="8" indent="-397002" algn="l" rtl="0">
              <a:spcBef>
                <a:spcPts val="530"/>
              </a:spcBef>
              <a:spcAft>
                <a:spcPts val="0"/>
              </a:spcAft>
              <a:buClr>
                <a:schemeClr val="dk1"/>
              </a:buClr>
              <a:buSzPts val="2652"/>
              <a:buFont typeface="Arial"/>
              <a:buChar char="•"/>
              <a:defRPr sz="2652" b="0" i="0" u="none" strike="noStrike" cap="none">
                <a:solidFill>
                  <a:schemeClr val="dk1"/>
                </a:solidFill>
                <a:latin typeface="Calibri"/>
                <a:ea typeface="Calibri"/>
                <a:cs typeface="Calibri"/>
                <a:sym typeface="Calibri"/>
              </a:defRPr>
            </a:lvl9pPr>
          </a:lstStyle>
          <a:p>
            <a:endParaRPr/>
          </a:p>
        </p:txBody>
      </p:sp>
      <p:sp>
        <p:nvSpPr>
          <p:cNvPr id="117" name="Google Shape;117;p19"/>
          <p:cNvSpPr txBox="1">
            <a:spLocks noGrp="1"/>
          </p:cNvSpPr>
          <p:nvPr>
            <p:ph type="title"/>
          </p:nvPr>
        </p:nvSpPr>
        <p:spPr>
          <a:xfrm>
            <a:off x="533062" y="182407"/>
            <a:ext cx="10325100" cy="831600"/>
          </a:xfrm>
          <a:prstGeom prst="rect">
            <a:avLst/>
          </a:prstGeom>
          <a:noFill/>
          <a:ln>
            <a:noFill/>
          </a:ln>
        </p:spPr>
        <p:txBody>
          <a:bodyPr spcFirstLastPara="1" wrap="square" lIns="216000" tIns="108000" rIns="216000" bIns="108000" anchor="t" anchorCtr="0">
            <a:noAutofit/>
          </a:bodyPr>
          <a:lstStyle>
            <a:lvl1pPr marR="0" lvl="0" algn="l" rtl="0">
              <a:spcBef>
                <a:spcPts val="0"/>
              </a:spcBef>
              <a:spcAft>
                <a:spcPts val="0"/>
              </a:spcAft>
              <a:buSzPts val="1400"/>
              <a:buFont typeface="Anton"/>
              <a:buNone/>
              <a:defRPr sz="3441" i="0" u="none" strike="noStrike" cap="none">
                <a:solidFill>
                  <a:schemeClr val="dk1"/>
                </a:solidFill>
                <a:latin typeface="Anton"/>
                <a:ea typeface="Anton"/>
                <a:cs typeface="Anton"/>
                <a:sym typeface="Anton"/>
              </a:defRPr>
            </a:lvl1pPr>
            <a:lvl2pPr marR="0" lvl="1" algn="l" rtl="0">
              <a:spcBef>
                <a:spcPts val="1598"/>
              </a:spcBef>
              <a:spcAft>
                <a:spcPts val="0"/>
              </a:spcAft>
              <a:buSzPts val="1400"/>
              <a:buNone/>
              <a:defRPr sz="3666"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3666" b="0" i="0" u="none" strike="noStrike" cap="none">
                <a:solidFill>
                  <a:schemeClr val="dk1"/>
                </a:solidFill>
                <a:latin typeface="Verdana"/>
                <a:ea typeface="Verdana"/>
                <a:cs typeface="Verdana"/>
                <a:sym typeface="Verdana"/>
              </a:defRPr>
            </a:lvl9pPr>
          </a:lstStyle>
          <a:p>
            <a:endParaRPr dirty="0"/>
          </a:p>
        </p:txBody>
      </p:sp>
      <p:pic>
        <p:nvPicPr>
          <p:cNvPr id="118" name="Google Shape;118;p19"/>
          <p:cNvPicPr preferRelativeResize="0"/>
          <p:nvPr/>
        </p:nvPicPr>
        <p:blipFill>
          <a:blip r:embed="rId2">
            <a:alphaModFix/>
          </a:blip>
          <a:stretch>
            <a:fillRect/>
          </a:stretch>
        </p:blipFill>
        <p:spPr>
          <a:xfrm>
            <a:off x="10968747" y="-8955"/>
            <a:ext cx="660004" cy="831600"/>
          </a:xfrm>
          <a:prstGeom prst="rect">
            <a:avLst/>
          </a:prstGeom>
          <a:noFill/>
          <a:ln>
            <a:noFill/>
          </a:ln>
        </p:spPr>
      </p:pic>
      <p:sp>
        <p:nvSpPr>
          <p:cNvPr id="119" name="Google Shape;119;p19"/>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rgbClr val="000000"/>
                </a:solidFill>
                <a:latin typeface="Arial Narrow"/>
                <a:ea typeface="Arial Narrow"/>
                <a:cs typeface="Arial Narrow"/>
                <a:sym typeface="Arial Narrow"/>
              </a:defRPr>
            </a:lvl1pPr>
            <a:lvl2pPr lvl="1">
              <a:buNone/>
              <a:defRPr>
                <a:solidFill>
                  <a:srgbClr val="000000"/>
                </a:solidFill>
                <a:latin typeface="Arial Narrow"/>
                <a:ea typeface="Arial Narrow"/>
                <a:cs typeface="Arial Narrow"/>
                <a:sym typeface="Arial Narrow"/>
              </a:defRPr>
            </a:lvl2pPr>
            <a:lvl3pPr lvl="2">
              <a:buNone/>
              <a:defRPr>
                <a:solidFill>
                  <a:srgbClr val="000000"/>
                </a:solidFill>
                <a:latin typeface="Arial Narrow"/>
                <a:ea typeface="Arial Narrow"/>
                <a:cs typeface="Arial Narrow"/>
                <a:sym typeface="Arial Narrow"/>
              </a:defRPr>
            </a:lvl3pPr>
            <a:lvl4pPr lvl="3">
              <a:buNone/>
              <a:defRPr>
                <a:solidFill>
                  <a:srgbClr val="000000"/>
                </a:solidFill>
                <a:latin typeface="Arial Narrow"/>
                <a:ea typeface="Arial Narrow"/>
                <a:cs typeface="Arial Narrow"/>
                <a:sym typeface="Arial Narrow"/>
              </a:defRPr>
            </a:lvl4pPr>
            <a:lvl5pPr lvl="4">
              <a:buNone/>
              <a:defRPr>
                <a:solidFill>
                  <a:srgbClr val="000000"/>
                </a:solidFill>
                <a:latin typeface="Arial Narrow"/>
                <a:ea typeface="Arial Narrow"/>
                <a:cs typeface="Arial Narrow"/>
                <a:sym typeface="Arial Narrow"/>
              </a:defRPr>
            </a:lvl5pPr>
            <a:lvl6pPr lvl="5">
              <a:buNone/>
              <a:defRPr>
                <a:solidFill>
                  <a:srgbClr val="000000"/>
                </a:solidFill>
                <a:latin typeface="Arial Narrow"/>
                <a:ea typeface="Arial Narrow"/>
                <a:cs typeface="Arial Narrow"/>
                <a:sym typeface="Arial Narrow"/>
              </a:defRPr>
            </a:lvl6pPr>
            <a:lvl7pPr lvl="6">
              <a:buNone/>
              <a:defRPr>
                <a:solidFill>
                  <a:srgbClr val="000000"/>
                </a:solidFill>
                <a:latin typeface="Arial Narrow"/>
                <a:ea typeface="Arial Narrow"/>
                <a:cs typeface="Arial Narrow"/>
                <a:sym typeface="Arial Narrow"/>
              </a:defRPr>
            </a:lvl7pPr>
            <a:lvl8pPr lvl="7">
              <a:buNone/>
              <a:defRPr>
                <a:solidFill>
                  <a:srgbClr val="000000"/>
                </a:solidFill>
                <a:latin typeface="Arial Narrow"/>
                <a:ea typeface="Arial Narrow"/>
                <a:cs typeface="Arial Narrow"/>
                <a:sym typeface="Arial Narrow"/>
              </a:defRPr>
            </a:lvl8pPr>
            <a:lvl9pPr lvl="8">
              <a:buNone/>
              <a:defRPr>
                <a:solidFill>
                  <a:srgbClr val="000000"/>
                </a:solidFill>
                <a:latin typeface="Arial Narrow"/>
                <a:ea typeface="Arial Narrow"/>
                <a:cs typeface="Arial Narrow"/>
                <a:sym typeface="Arial Narrow"/>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ans titre">
  <p:cSld name="Sans titre">
    <p:spTree>
      <p:nvGrpSpPr>
        <p:cNvPr id="1" name="Shape 120"/>
        <p:cNvGrpSpPr/>
        <p:nvPr/>
      </p:nvGrpSpPr>
      <p:grpSpPr>
        <a:xfrm>
          <a:off x="0" y="0"/>
          <a:ext cx="0" cy="0"/>
          <a:chOff x="0" y="0"/>
          <a:chExt cx="0" cy="0"/>
        </a:xfrm>
      </p:grpSpPr>
      <p:pic>
        <p:nvPicPr>
          <p:cNvPr id="121" name="Google Shape;121;p20"/>
          <p:cNvPicPr preferRelativeResize="0"/>
          <p:nvPr/>
        </p:nvPicPr>
        <p:blipFill>
          <a:blip r:embed="rId2">
            <a:alphaModFix/>
          </a:blip>
          <a:stretch>
            <a:fillRect/>
          </a:stretch>
        </p:blipFill>
        <p:spPr>
          <a:xfrm>
            <a:off x="10968747" y="-8955"/>
            <a:ext cx="660004" cy="831600"/>
          </a:xfrm>
          <a:prstGeom prst="rect">
            <a:avLst/>
          </a:prstGeom>
          <a:noFill/>
          <a:ln>
            <a:noFill/>
          </a:ln>
        </p:spPr>
      </p:pic>
      <p:sp>
        <p:nvSpPr>
          <p:cNvPr id="122" name="Google Shape;122;p20"/>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Vide">
  <p:cSld name="Vide">
    <p:spTree>
      <p:nvGrpSpPr>
        <p:cNvPr id="1" name="Shape 123"/>
        <p:cNvGrpSpPr/>
        <p:nvPr/>
      </p:nvGrpSpPr>
      <p:grpSpPr>
        <a:xfrm>
          <a:off x="0" y="0"/>
          <a:ext cx="0" cy="0"/>
          <a:chOff x="0" y="0"/>
          <a:chExt cx="0" cy="0"/>
        </a:xfrm>
      </p:grpSpPr>
      <p:sp>
        <p:nvSpPr>
          <p:cNvPr id="124" name="Google Shape;124;p21"/>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 name="Shape 125"/>
        <p:cNvGrpSpPr/>
        <p:nvPr/>
      </p:nvGrpSpPr>
      <p:grpSpPr>
        <a:xfrm>
          <a:off x="0" y="0"/>
          <a:ext cx="0" cy="0"/>
          <a:chOff x="0" y="0"/>
          <a:chExt cx="0" cy="0"/>
        </a:xfrm>
      </p:grpSpPr>
      <p:sp>
        <p:nvSpPr>
          <p:cNvPr id="126" name="Google Shape;126;p22"/>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re et contenu 1" type="obj">
  <p:cSld name="OBJECT">
    <p:spTree>
      <p:nvGrpSpPr>
        <p:cNvPr id="1" name="Shape 127"/>
        <p:cNvGrpSpPr/>
        <p:nvPr/>
      </p:nvGrpSpPr>
      <p:grpSpPr>
        <a:xfrm>
          <a:off x="0" y="0"/>
          <a:ext cx="0" cy="0"/>
          <a:chOff x="0" y="0"/>
          <a:chExt cx="0" cy="0"/>
        </a:xfrm>
      </p:grpSpPr>
      <p:sp>
        <p:nvSpPr>
          <p:cNvPr id="128" name="Google Shape;128;p23"/>
          <p:cNvSpPr txBox="1">
            <a:spLocks noGrp="1"/>
          </p:cNvSpPr>
          <p:nvPr>
            <p:ph type="ftr" idx="11"/>
          </p:nvPr>
        </p:nvSpPr>
        <p:spPr>
          <a:xfrm>
            <a:off x="838200" y="6356350"/>
            <a:ext cx="95187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9" name="Google Shape;129;p23"/>
          <p:cNvSpPr txBox="1">
            <a:spLocks noGrp="1"/>
          </p:cNvSpPr>
          <p:nvPr>
            <p:ph type="title"/>
          </p:nvPr>
        </p:nvSpPr>
        <p:spPr>
          <a:xfrm>
            <a:off x="838200" y="803667"/>
            <a:ext cx="10515600" cy="9153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chemeClr val="accent1"/>
              </a:buClr>
              <a:buSzPts val="1800"/>
              <a:buChar char="●"/>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0" name="Google Shape;130;p23"/>
          <p:cNvSpPr txBox="1">
            <a:spLocks noGrp="1"/>
          </p:cNvSpPr>
          <p:nvPr>
            <p:ph type="body" idx="1"/>
          </p:nvPr>
        </p:nvSpPr>
        <p:spPr>
          <a:xfrm>
            <a:off x="838200" y="1838132"/>
            <a:ext cx="10515600" cy="43389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SzPts val="1800"/>
              <a:buChar char="●"/>
              <a:defRPr/>
            </a:lvl1pPr>
            <a:lvl2pPr marL="914400" lvl="1" indent="-342900" algn="l" rtl="0">
              <a:lnSpc>
                <a:spcPct val="90000"/>
              </a:lnSpc>
              <a:spcBef>
                <a:spcPts val="500"/>
              </a:spcBef>
              <a:spcAft>
                <a:spcPts val="0"/>
              </a:spcAft>
              <a:buSzPts val="1800"/>
              <a:buChar char="○"/>
              <a:defRPr/>
            </a:lvl2pPr>
            <a:lvl3pPr marL="1371600" lvl="2" indent="-342900" algn="l" rtl="0">
              <a:lnSpc>
                <a:spcPct val="90000"/>
              </a:lnSpc>
              <a:spcBef>
                <a:spcPts val="500"/>
              </a:spcBef>
              <a:spcAft>
                <a:spcPts val="0"/>
              </a:spcAft>
              <a:buSzPts val="1800"/>
              <a:buChar char="■"/>
              <a:defRPr/>
            </a:lvl3pPr>
            <a:lvl4pPr marL="1828800" lvl="3" indent="-342900" algn="l" rtl="0">
              <a:lnSpc>
                <a:spcPct val="90000"/>
              </a:lnSpc>
              <a:spcBef>
                <a:spcPts val="500"/>
              </a:spcBef>
              <a:spcAft>
                <a:spcPts val="0"/>
              </a:spcAft>
              <a:buSzPts val="1800"/>
              <a:buChar char="●"/>
              <a:defRPr/>
            </a:lvl4pPr>
            <a:lvl5pPr marL="2286000" lvl="4" indent="-342900" algn="l" rtl="0">
              <a:lnSpc>
                <a:spcPct val="90000"/>
              </a:lnSpc>
              <a:spcBef>
                <a:spcPts val="500"/>
              </a:spcBef>
              <a:spcAft>
                <a:spcPts val="0"/>
              </a:spcAft>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31" name="Google Shape;131;p23"/>
          <p:cNvSpPr txBox="1">
            <a:spLocks noGrp="1"/>
          </p:cNvSpPr>
          <p:nvPr>
            <p:ph type="sldNum" idx="12"/>
          </p:nvPr>
        </p:nvSpPr>
        <p:spPr>
          <a:xfrm>
            <a:off x="10496938" y="6356350"/>
            <a:ext cx="8568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sp>
        <p:nvSpPr>
          <p:cNvPr id="133" name="Google Shape;133;p24"/>
          <p:cNvSpPr txBox="1">
            <a:spLocks noGrp="1"/>
          </p:cNvSpPr>
          <p:nvPr>
            <p:ph type="ctrTitle"/>
          </p:nvPr>
        </p:nvSpPr>
        <p:spPr>
          <a:xfrm>
            <a:off x="415611" y="992767"/>
            <a:ext cx="11360700" cy="2736900"/>
          </a:xfrm>
          <a:prstGeom prst="rect">
            <a:avLst/>
          </a:prstGeom>
          <a:noFill/>
          <a:ln>
            <a:noFill/>
          </a:ln>
        </p:spPr>
        <p:txBody>
          <a:bodyPr spcFirstLastPara="1" wrap="square" lIns="121900" tIns="121900" rIns="121900" bIns="121900" anchor="b" anchorCtr="0">
            <a:noAutofit/>
          </a:bodyPr>
          <a:lstStyle>
            <a:lvl1pPr lvl="0" algn="ctr" rtl="0">
              <a:spcBef>
                <a:spcPts val="0"/>
              </a:spcBef>
              <a:spcAft>
                <a:spcPts val="0"/>
              </a:spcAft>
              <a:buSzPts val="6900"/>
              <a:buChar char="●"/>
              <a:defRPr sz="6900"/>
            </a:lvl1pPr>
            <a:lvl2pPr lvl="1" algn="ctr" rtl="0">
              <a:spcBef>
                <a:spcPts val="0"/>
              </a:spcBef>
              <a:spcAft>
                <a:spcPts val="0"/>
              </a:spcAft>
              <a:buSzPts val="6900"/>
              <a:buChar char="○"/>
              <a:defRPr sz="6900"/>
            </a:lvl2pPr>
            <a:lvl3pPr lvl="2" algn="ctr" rtl="0">
              <a:spcBef>
                <a:spcPts val="0"/>
              </a:spcBef>
              <a:spcAft>
                <a:spcPts val="0"/>
              </a:spcAft>
              <a:buSzPts val="6900"/>
              <a:buChar char="■"/>
              <a:defRPr sz="6900"/>
            </a:lvl3pPr>
            <a:lvl4pPr lvl="3" algn="ctr" rtl="0">
              <a:spcBef>
                <a:spcPts val="0"/>
              </a:spcBef>
              <a:spcAft>
                <a:spcPts val="0"/>
              </a:spcAft>
              <a:buSzPts val="6900"/>
              <a:buChar char="●"/>
              <a:defRPr sz="6900"/>
            </a:lvl4pPr>
            <a:lvl5pPr lvl="4" algn="ctr" rtl="0">
              <a:spcBef>
                <a:spcPts val="0"/>
              </a:spcBef>
              <a:spcAft>
                <a:spcPts val="0"/>
              </a:spcAft>
              <a:buSzPts val="6900"/>
              <a:buChar char="○"/>
              <a:defRPr sz="6900"/>
            </a:lvl5pPr>
            <a:lvl6pPr lvl="5" algn="ctr" rtl="0">
              <a:spcBef>
                <a:spcPts val="0"/>
              </a:spcBef>
              <a:spcAft>
                <a:spcPts val="0"/>
              </a:spcAft>
              <a:buSzPts val="6900"/>
              <a:buChar char="■"/>
              <a:defRPr sz="6900"/>
            </a:lvl6pPr>
            <a:lvl7pPr lvl="6" algn="ctr" rtl="0">
              <a:spcBef>
                <a:spcPts val="0"/>
              </a:spcBef>
              <a:spcAft>
                <a:spcPts val="0"/>
              </a:spcAft>
              <a:buSzPts val="6900"/>
              <a:buChar char="●"/>
              <a:defRPr sz="6900"/>
            </a:lvl7pPr>
            <a:lvl8pPr lvl="7" algn="ctr" rtl="0">
              <a:spcBef>
                <a:spcPts val="0"/>
              </a:spcBef>
              <a:spcAft>
                <a:spcPts val="0"/>
              </a:spcAft>
              <a:buSzPts val="6900"/>
              <a:buChar char="○"/>
              <a:defRPr sz="6900"/>
            </a:lvl8pPr>
            <a:lvl9pPr lvl="8" algn="ctr" rtl="0">
              <a:spcBef>
                <a:spcPts val="0"/>
              </a:spcBef>
              <a:spcAft>
                <a:spcPts val="0"/>
              </a:spcAft>
              <a:buSzPts val="6900"/>
              <a:buChar char="■"/>
              <a:defRPr sz="6900"/>
            </a:lvl9pPr>
          </a:lstStyle>
          <a:p>
            <a:endParaRPr/>
          </a:p>
        </p:txBody>
      </p:sp>
      <p:sp>
        <p:nvSpPr>
          <p:cNvPr id="134" name="Google Shape;134;p24"/>
          <p:cNvSpPr txBox="1">
            <a:spLocks noGrp="1"/>
          </p:cNvSpPr>
          <p:nvPr>
            <p:ph type="subTitle" idx="1"/>
          </p:nvPr>
        </p:nvSpPr>
        <p:spPr>
          <a:xfrm>
            <a:off x="415600" y="3778833"/>
            <a:ext cx="11360700" cy="1056900"/>
          </a:xfrm>
          <a:prstGeom prst="rect">
            <a:avLst/>
          </a:prstGeom>
          <a:noFill/>
          <a:ln>
            <a:noFill/>
          </a:ln>
        </p:spPr>
        <p:txBody>
          <a:bodyPr spcFirstLastPara="1" wrap="square" lIns="121900" tIns="121900" rIns="121900" bIns="121900" anchor="ctr" anchorCtr="0">
            <a:noAutofit/>
          </a:bodyPr>
          <a:lstStyle>
            <a:lvl1pPr lvl="0" algn="ctr" rtl="0">
              <a:lnSpc>
                <a:spcPct val="100000"/>
              </a:lnSpc>
              <a:spcBef>
                <a:spcPts val="0"/>
              </a:spcBef>
              <a:spcAft>
                <a:spcPts val="0"/>
              </a:spcAft>
              <a:buSzPts val="3700"/>
              <a:buNone/>
              <a:defRPr sz="3700"/>
            </a:lvl1pPr>
            <a:lvl2pPr lvl="1" algn="ctr" rtl="0">
              <a:lnSpc>
                <a:spcPct val="100000"/>
              </a:lnSpc>
              <a:spcBef>
                <a:spcPts val="0"/>
              </a:spcBef>
              <a:spcAft>
                <a:spcPts val="0"/>
              </a:spcAft>
              <a:buSzPts val="3700"/>
              <a:buNone/>
              <a:defRPr sz="3700"/>
            </a:lvl2pPr>
            <a:lvl3pPr lvl="2" algn="ctr" rtl="0">
              <a:lnSpc>
                <a:spcPct val="100000"/>
              </a:lnSpc>
              <a:spcBef>
                <a:spcPts val="0"/>
              </a:spcBef>
              <a:spcAft>
                <a:spcPts val="0"/>
              </a:spcAft>
              <a:buSzPts val="3700"/>
              <a:buNone/>
              <a:defRPr sz="3700"/>
            </a:lvl3pPr>
            <a:lvl4pPr lvl="3" algn="ctr" rtl="0">
              <a:lnSpc>
                <a:spcPct val="100000"/>
              </a:lnSpc>
              <a:spcBef>
                <a:spcPts val="0"/>
              </a:spcBef>
              <a:spcAft>
                <a:spcPts val="0"/>
              </a:spcAft>
              <a:buSzPts val="3700"/>
              <a:buNone/>
              <a:defRPr sz="3700"/>
            </a:lvl4pPr>
            <a:lvl5pPr lvl="4" algn="ctr" rtl="0">
              <a:lnSpc>
                <a:spcPct val="100000"/>
              </a:lnSpc>
              <a:spcBef>
                <a:spcPts val="0"/>
              </a:spcBef>
              <a:spcAft>
                <a:spcPts val="0"/>
              </a:spcAft>
              <a:buSzPts val="3700"/>
              <a:buNone/>
              <a:defRPr sz="3700"/>
            </a:lvl5pPr>
            <a:lvl6pPr lvl="5" algn="ctr" rtl="0">
              <a:lnSpc>
                <a:spcPct val="100000"/>
              </a:lnSpc>
              <a:spcBef>
                <a:spcPts val="0"/>
              </a:spcBef>
              <a:spcAft>
                <a:spcPts val="0"/>
              </a:spcAft>
              <a:buSzPts val="3700"/>
              <a:buNone/>
              <a:defRPr sz="3700"/>
            </a:lvl6pPr>
            <a:lvl7pPr lvl="6" algn="ctr" rtl="0">
              <a:lnSpc>
                <a:spcPct val="100000"/>
              </a:lnSpc>
              <a:spcBef>
                <a:spcPts val="0"/>
              </a:spcBef>
              <a:spcAft>
                <a:spcPts val="0"/>
              </a:spcAft>
              <a:buSzPts val="3700"/>
              <a:buNone/>
              <a:defRPr sz="3700"/>
            </a:lvl7pPr>
            <a:lvl8pPr lvl="7" algn="ctr" rtl="0">
              <a:lnSpc>
                <a:spcPct val="100000"/>
              </a:lnSpc>
              <a:spcBef>
                <a:spcPts val="0"/>
              </a:spcBef>
              <a:spcAft>
                <a:spcPts val="0"/>
              </a:spcAft>
              <a:buSzPts val="3700"/>
              <a:buNone/>
              <a:defRPr sz="3700"/>
            </a:lvl8pPr>
            <a:lvl9pPr lvl="8" algn="ctr" rtl="0">
              <a:lnSpc>
                <a:spcPct val="100000"/>
              </a:lnSpc>
              <a:spcBef>
                <a:spcPts val="0"/>
              </a:spcBef>
              <a:spcAft>
                <a:spcPts val="0"/>
              </a:spcAft>
              <a:buSzPts val="3700"/>
              <a:buNone/>
              <a:defRPr sz="3700"/>
            </a:lvl9pPr>
          </a:lstStyle>
          <a:p>
            <a:endParaRPr/>
          </a:p>
        </p:txBody>
      </p:sp>
      <p:sp>
        <p:nvSpPr>
          <p:cNvPr id="135" name="Google Shape;135;p24"/>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t" anchorCtr="0">
            <a:noAutofit/>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MOOC Video Title">
  <p:cSld name="MOOC Video Title">
    <p:spTree>
      <p:nvGrpSpPr>
        <p:cNvPr id="1" name="Shape 138"/>
        <p:cNvGrpSpPr/>
        <p:nvPr/>
      </p:nvGrpSpPr>
      <p:grpSpPr>
        <a:xfrm>
          <a:off x="0" y="0"/>
          <a:ext cx="0" cy="0"/>
          <a:chOff x="0" y="0"/>
          <a:chExt cx="0" cy="0"/>
        </a:xfrm>
      </p:grpSpPr>
      <p:sp>
        <p:nvSpPr>
          <p:cNvPr id="139" name="Google Shape;139;p26"/>
          <p:cNvSpPr txBox="1">
            <a:spLocks noGrp="1"/>
          </p:cNvSpPr>
          <p:nvPr>
            <p:ph type="title"/>
          </p:nvPr>
        </p:nvSpPr>
        <p:spPr>
          <a:xfrm>
            <a:off x="1148135" y="3457614"/>
            <a:ext cx="10509300" cy="613500"/>
          </a:xfrm>
          <a:prstGeom prst="rect">
            <a:avLst/>
          </a:prstGeom>
          <a:noFill/>
          <a:ln>
            <a:noFill/>
          </a:ln>
        </p:spPr>
        <p:txBody>
          <a:bodyPr spcFirstLastPara="1" wrap="square" lIns="91400" tIns="45700" rIns="91400" bIns="45700" anchor="t" anchorCtr="0">
            <a:noAutofit/>
          </a:bodyPr>
          <a:lstStyle>
            <a:lvl1pPr marR="0" lvl="0" algn="l" rtl="0">
              <a:spcBef>
                <a:spcPts val="0"/>
              </a:spcBef>
              <a:spcAft>
                <a:spcPts val="0"/>
              </a:spcAft>
              <a:buSzPts val="1500"/>
              <a:buFont typeface="Anton"/>
              <a:buNone/>
              <a:defRPr sz="3700" i="0" u="none" strike="noStrike" cap="none">
                <a:solidFill>
                  <a:srgbClr val="000000"/>
                </a:solidFill>
                <a:latin typeface="Anton"/>
                <a:ea typeface="Anton"/>
                <a:cs typeface="Anton"/>
                <a:sym typeface="Anton"/>
              </a:defRPr>
            </a:lvl1pPr>
            <a:lvl2pPr marR="0" lvl="1"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9pPr>
          </a:lstStyle>
          <a:p>
            <a:endParaRPr dirty="0"/>
          </a:p>
        </p:txBody>
      </p:sp>
      <p:sp>
        <p:nvSpPr>
          <p:cNvPr id="140" name="Google Shape;140;p26"/>
          <p:cNvSpPr txBox="1">
            <a:spLocks noGrp="1"/>
          </p:cNvSpPr>
          <p:nvPr>
            <p:ph type="body" idx="1"/>
          </p:nvPr>
        </p:nvSpPr>
        <p:spPr>
          <a:xfrm>
            <a:off x="1148135" y="4510282"/>
            <a:ext cx="7387200" cy="511500"/>
          </a:xfrm>
          <a:prstGeom prst="rect">
            <a:avLst/>
          </a:prstGeom>
          <a:noFill/>
          <a:ln>
            <a:noFill/>
          </a:ln>
        </p:spPr>
        <p:txBody>
          <a:bodyPr spcFirstLastPara="1" wrap="square" lIns="91400" tIns="45700" rIns="91400" bIns="45700" anchor="t" anchorCtr="0">
            <a:noAutofit/>
          </a:bodyPr>
          <a:lstStyle>
            <a:lvl1pPr marL="457200" marR="0" lvl="0" indent="-228600" algn="l" rtl="0">
              <a:spcBef>
                <a:spcPts val="800"/>
              </a:spcBef>
              <a:spcAft>
                <a:spcPts val="0"/>
              </a:spcAft>
              <a:buClr>
                <a:schemeClr val="lt2"/>
              </a:buClr>
              <a:buSzPts val="4000"/>
              <a:buNone/>
              <a:defRPr sz="2700" b="1" i="0" u="none" strike="noStrike" cap="none">
                <a:solidFill>
                  <a:schemeClr val="lt2"/>
                </a:solidFill>
              </a:defRPr>
            </a:lvl1pPr>
            <a:lvl2pPr marL="914400" marR="0" lvl="1" indent="-431800" algn="l" rtl="0">
              <a:spcBef>
                <a:spcPts val="800"/>
              </a:spcBef>
              <a:spcAft>
                <a:spcPts val="0"/>
              </a:spcAft>
              <a:buClr>
                <a:srgbClr val="FF0000"/>
              </a:buClr>
              <a:buSzPts val="3200"/>
              <a:buChar char="•"/>
              <a:defRPr sz="2100" i="0" u="none" strike="noStrike" cap="none">
                <a:solidFill>
                  <a:srgbClr val="595959"/>
                </a:solidFill>
              </a:defRPr>
            </a:lvl2pPr>
            <a:lvl3pPr marL="1371600" marR="0" lvl="2" indent="-406400" algn="l" rtl="0">
              <a:spcBef>
                <a:spcPts val="800"/>
              </a:spcBef>
              <a:spcAft>
                <a:spcPts val="0"/>
              </a:spcAft>
              <a:buClr>
                <a:srgbClr val="FF0000"/>
              </a:buClr>
              <a:buSzPts val="2800"/>
              <a:buChar char="•"/>
              <a:defRPr sz="1900" i="0" u="none" strike="noStrike" cap="none">
                <a:solidFill>
                  <a:srgbClr val="595959"/>
                </a:solidFill>
              </a:defRPr>
            </a:lvl3pPr>
            <a:lvl4pPr marL="1828800" marR="0" lvl="3" indent="-381000" algn="l" rtl="0">
              <a:spcBef>
                <a:spcPts val="800"/>
              </a:spcBef>
              <a:spcAft>
                <a:spcPts val="0"/>
              </a:spcAft>
              <a:buClr>
                <a:srgbClr val="FF0000"/>
              </a:buClr>
              <a:buSzPts val="2400"/>
              <a:buChar char="•"/>
              <a:defRPr sz="1600" i="0" u="none" strike="noStrike" cap="none">
                <a:solidFill>
                  <a:srgbClr val="595959"/>
                </a:solidFill>
              </a:defRPr>
            </a:lvl4pPr>
            <a:lvl5pPr marL="2286000" marR="0" lvl="4" indent="-355600" algn="l" rtl="0">
              <a:spcBef>
                <a:spcPts val="800"/>
              </a:spcBef>
              <a:spcAft>
                <a:spcPts val="0"/>
              </a:spcAft>
              <a:buClr>
                <a:srgbClr val="FF0000"/>
              </a:buClr>
              <a:buSzPts val="2000"/>
              <a:buChar char="•"/>
              <a:defRPr sz="1300" i="0" u="none" strike="noStrike" cap="none">
                <a:solidFill>
                  <a:srgbClr val="595959"/>
                </a:solidFill>
              </a:defRPr>
            </a:lvl5pPr>
            <a:lvl6pPr marL="2743200" marR="0" lvl="5" indent="-400050" algn="l" rtl="0">
              <a:spcBef>
                <a:spcPts val="500"/>
              </a:spcBef>
              <a:spcAft>
                <a:spcPts val="0"/>
              </a:spcAft>
              <a:buClr>
                <a:schemeClr val="dk1"/>
              </a:buClr>
              <a:buSzPts val="2700"/>
              <a:buChar char="•"/>
              <a:defRPr sz="2700" i="0" u="none" strike="noStrike" cap="none">
                <a:solidFill>
                  <a:schemeClr val="dk1"/>
                </a:solidFill>
              </a:defRPr>
            </a:lvl6pPr>
            <a:lvl7pPr marL="3200400" marR="0" lvl="6" indent="-400050" algn="l" rtl="0">
              <a:spcBef>
                <a:spcPts val="500"/>
              </a:spcBef>
              <a:spcAft>
                <a:spcPts val="0"/>
              </a:spcAft>
              <a:buClr>
                <a:schemeClr val="dk1"/>
              </a:buClr>
              <a:buSzPts val="2700"/>
              <a:buChar char="•"/>
              <a:defRPr sz="2700" i="0" u="none" strike="noStrike" cap="none">
                <a:solidFill>
                  <a:schemeClr val="dk1"/>
                </a:solidFill>
              </a:defRPr>
            </a:lvl7pPr>
            <a:lvl8pPr marL="3657600" marR="0" lvl="7" indent="-400050" algn="l" rtl="0">
              <a:spcBef>
                <a:spcPts val="500"/>
              </a:spcBef>
              <a:spcAft>
                <a:spcPts val="0"/>
              </a:spcAft>
              <a:buClr>
                <a:schemeClr val="dk1"/>
              </a:buClr>
              <a:buSzPts val="2700"/>
              <a:buChar char="•"/>
              <a:defRPr sz="2700" i="0" u="none" strike="noStrike" cap="none">
                <a:solidFill>
                  <a:schemeClr val="dk1"/>
                </a:solidFill>
              </a:defRPr>
            </a:lvl8pPr>
            <a:lvl9pPr marL="4114800" marR="0" lvl="8" indent="-400050" algn="l" rtl="0">
              <a:spcBef>
                <a:spcPts val="500"/>
              </a:spcBef>
              <a:spcAft>
                <a:spcPts val="0"/>
              </a:spcAft>
              <a:buClr>
                <a:schemeClr val="dk1"/>
              </a:buClr>
              <a:buSzPts val="2700"/>
              <a:buChar char="•"/>
              <a:defRPr sz="2700" i="0" u="none" strike="noStrike" cap="none">
                <a:solidFill>
                  <a:schemeClr val="dk1"/>
                </a:solidFill>
              </a:defRPr>
            </a:lvl9pPr>
          </a:lstStyle>
          <a:p>
            <a:endParaRPr/>
          </a:p>
        </p:txBody>
      </p:sp>
      <p:sp>
        <p:nvSpPr>
          <p:cNvPr id="141" name="Google Shape;141;p26"/>
          <p:cNvSpPr txBox="1">
            <a:spLocks noGrp="1"/>
          </p:cNvSpPr>
          <p:nvPr>
            <p:ph type="body" idx="2"/>
          </p:nvPr>
        </p:nvSpPr>
        <p:spPr>
          <a:xfrm>
            <a:off x="1148388" y="5021832"/>
            <a:ext cx="7386900" cy="468300"/>
          </a:xfrm>
          <a:prstGeom prst="rect">
            <a:avLst/>
          </a:prstGeom>
          <a:noFill/>
          <a:ln>
            <a:noFill/>
          </a:ln>
        </p:spPr>
        <p:txBody>
          <a:bodyPr spcFirstLastPara="1" wrap="square" lIns="91400" tIns="45700" rIns="91400" bIns="45700" anchor="t" anchorCtr="0">
            <a:noAutofit/>
          </a:bodyPr>
          <a:lstStyle>
            <a:lvl1pPr marL="457200" marR="0" lvl="0" indent="-228600" algn="l" rtl="0">
              <a:spcBef>
                <a:spcPts val="800"/>
              </a:spcBef>
              <a:spcAft>
                <a:spcPts val="0"/>
              </a:spcAft>
              <a:buClr>
                <a:srgbClr val="FF0000"/>
              </a:buClr>
              <a:buSzPts val="4000"/>
              <a:buNone/>
              <a:defRPr sz="2700" i="0" u="none" strike="noStrike" cap="none">
                <a:solidFill>
                  <a:schemeClr val="dk1"/>
                </a:solidFill>
              </a:defRPr>
            </a:lvl1pPr>
            <a:lvl2pPr marL="914400" marR="0" lvl="1" indent="-431800" algn="l" rtl="0">
              <a:spcBef>
                <a:spcPts val="800"/>
              </a:spcBef>
              <a:spcAft>
                <a:spcPts val="0"/>
              </a:spcAft>
              <a:buClr>
                <a:srgbClr val="FF0000"/>
              </a:buClr>
              <a:buSzPts val="3200"/>
              <a:buChar char="•"/>
              <a:defRPr sz="2100" i="0" u="none" strike="noStrike" cap="none">
                <a:solidFill>
                  <a:srgbClr val="595959"/>
                </a:solidFill>
              </a:defRPr>
            </a:lvl2pPr>
            <a:lvl3pPr marL="1371600" marR="0" lvl="2" indent="-406400" algn="l" rtl="0">
              <a:spcBef>
                <a:spcPts val="800"/>
              </a:spcBef>
              <a:spcAft>
                <a:spcPts val="0"/>
              </a:spcAft>
              <a:buClr>
                <a:srgbClr val="FF0000"/>
              </a:buClr>
              <a:buSzPts val="2800"/>
              <a:buChar char="•"/>
              <a:defRPr sz="1900" i="0" u="none" strike="noStrike" cap="none">
                <a:solidFill>
                  <a:srgbClr val="595959"/>
                </a:solidFill>
              </a:defRPr>
            </a:lvl3pPr>
            <a:lvl4pPr marL="1828800" marR="0" lvl="3" indent="-381000" algn="l" rtl="0">
              <a:spcBef>
                <a:spcPts val="800"/>
              </a:spcBef>
              <a:spcAft>
                <a:spcPts val="0"/>
              </a:spcAft>
              <a:buClr>
                <a:srgbClr val="FF0000"/>
              </a:buClr>
              <a:buSzPts val="2400"/>
              <a:buChar char="•"/>
              <a:defRPr sz="1600" i="0" u="none" strike="noStrike" cap="none">
                <a:solidFill>
                  <a:srgbClr val="595959"/>
                </a:solidFill>
              </a:defRPr>
            </a:lvl4pPr>
            <a:lvl5pPr marL="2286000" marR="0" lvl="4" indent="-355600" algn="l" rtl="0">
              <a:spcBef>
                <a:spcPts val="800"/>
              </a:spcBef>
              <a:spcAft>
                <a:spcPts val="0"/>
              </a:spcAft>
              <a:buClr>
                <a:srgbClr val="FF0000"/>
              </a:buClr>
              <a:buSzPts val="2000"/>
              <a:buChar char="•"/>
              <a:defRPr sz="1300" i="0" u="none" strike="noStrike" cap="none">
                <a:solidFill>
                  <a:srgbClr val="595959"/>
                </a:solidFill>
              </a:defRPr>
            </a:lvl5pPr>
            <a:lvl6pPr marL="2743200" marR="0" lvl="5" indent="-400050" algn="l" rtl="0">
              <a:spcBef>
                <a:spcPts val="500"/>
              </a:spcBef>
              <a:spcAft>
                <a:spcPts val="0"/>
              </a:spcAft>
              <a:buClr>
                <a:schemeClr val="dk1"/>
              </a:buClr>
              <a:buSzPts val="2700"/>
              <a:buChar char="•"/>
              <a:defRPr sz="2700" i="0" u="none" strike="noStrike" cap="none">
                <a:solidFill>
                  <a:schemeClr val="dk1"/>
                </a:solidFill>
              </a:defRPr>
            </a:lvl6pPr>
            <a:lvl7pPr marL="3200400" marR="0" lvl="6" indent="-400050" algn="l" rtl="0">
              <a:spcBef>
                <a:spcPts val="500"/>
              </a:spcBef>
              <a:spcAft>
                <a:spcPts val="0"/>
              </a:spcAft>
              <a:buClr>
                <a:schemeClr val="dk1"/>
              </a:buClr>
              <a:buSzPts val="2700"/>
              <a:buChar char="•"/>
              <a:defRPr sz="2700" i="0" u="none" strike="noStrike" cap="none">
                <a:solidFill>
                  <a:schemeClr val="dk1"/>
                </a:solidFill>
              </a:defRPr>
            </a:lvl7pPr>
            <a:lvl8pPr marL="3657600" marR="0" lvl="7" indent="-400050" algn="l" rtl="0">
              <a:spcBef>
                <a:spcPts val="500"/>
              </a:spcBef>
              <a:spcAft>
                <a:spcPts val="0"/>
              </a:spcAft>
              <a:buClr>
                <a:schemeClr val="dk1"/>
              </a:buClr>
              <a:buSzPts val="2700"/>
              <a:buChar char="•"/>
              <a:defRPr sz="2700" i="0" u="none" strike="noStrike" cap="none">
                <a:solidFill>
                  <a:schemeClr val="dk1"/>
                </a:solidFill>
              </a:defRPr>
            </a:lvl8pPr>
            <a:lvl9pPr marL="4114800" marR="0" lvl="8" indent="-400050" algn="l" rtl="0">
              <a:spcBef>
                <a:spcPts val="500"/>
              </a:spcBef>
              <a:spcAft>
                <a:spcPts val="0"/>
              </a:spcAft>
              <a:buClr>
                <a:schemeClr val="dk1"/>
              </a:buClr>
              <a:buSzPts val="2700"/>
              <a:buChar char="•"/>
              <a:defRPr sz="2700" i="0" u="none" strike="noStrike" cap="none">
                <a:solidFill>
                  <a:schemeClr val="dk1"/>
                </a:solidFill>
              </a:defRPr>
            </a:lvl9pPr>
          </a:lstStyle>
          <a:p>
            <a:endParaRPr/>
          </a:p>
        </p:txBody>
      </p:sp>
      <p:sp>
        <p:nvSpPr>
          <p:cNvPr id="142" name="Google Shape;142;p26"/>
          <p:cNvSpPr>
            <a:spLocks noGrp="1"/>
          </p:cNvSpPr>
          <p:nvPr>
            <p:ph type="pic" idx="3"/>
          </p:nvPr>
        </p:nvSpPr>
        <p:spPr>
          <a:xfrm>
            <a:off x="5754273" y="326102"/>
            <a:ext cx="5903100" cy="4184100"/>
          </a:xfrm>
          <a:prstGeom prst="rect">
            <a:avLst/>
          </a:prstGeom>
          <a:noFill/>
          <a:ln>
            <a:noFill/>
          </a:ln>
        </p:spPr>
        <p:txBody>
          <a:bodyPr spcFirstLastPara="1" wrap="square" lIns="91425" tIns="45700" rIns="91425" bIns="45700" anchor="t" anchorCtr="0">
            <a:noAutofit/>
          </a:bodyPr>
          <a:lstStyle>
            <a:lvl1pPr marR="0" lvl="0" algn="l" rtl="0">
              <a:spcBef>
                <a:spcPts val="800"/>
              </a:spcBef>
              <a:spcAft>
                <a:spcPts val="0"/>
              </a:spcAft>
              <a:buClr>
                <a:srgbClr val="FF0000"/>
              </a:buClr>
              <a:buSzPts val="4000"/>
              <a:buNone/>
              <a:defRPr sz="2700" i="0" u="none" strike="noStrike" cap="none">
                <a:solidFill>
                  <a:srgbClr val="595959"/>
                </a:solidFill>
              </a:defRPr>
            </a:lvl1pPr>
            <a:lvl2pPr marR="0" lvl="1" algn="l" rtl="0">
              <a:spcBef>
                <a:spcPts val="800"/>
              </a:spcBef>
              <a:spcAft>
                <a:spcPts val="0"/>
              </a:spcAft>
              <a:buClr>
                <a:srgbClr val="FF0000"/>
              </a:buClr>
              <a:buSzPts val="3200"/>
              <a:buFont typeface="Arial"/>
              <a:buChar char="•"/>
              <a:defRPr sz="2100" b="0" i="0" u="none" strike="noStrike" cap="none">
                <a:solidFill>
                  <a:srgbClr val="595959"/>
                </a:solidFill>
                <a:latin typeface="Verdana"/>
                <a:ea typeface="Verdana"/>
                <a:cs typeface="Verdana"/>
                <a:sym typeface="Verdana"/>
              </a:defRPr>
            </a:lvl2pPr>
            <a:lvl3pPr marR="0" lvl="2" algn="l" rtl="0">
              <a:spcBef>
                <a:spcPts val="800"/>
              </a:spcBef>
              <a:spcAft>
                <a:spcPts val="0"/>
              </a:spcAft>
              <a:buClr>
                <a:srgbClr val="FF0000"/>
              </a:buClr>
              <a:buSzPts val="2800"/>
              <a:buFont typeface="Arial"/>
              <a:buChar char="•"/>
              <a:defRPr sz="1900" b="0" i="0" u="none" strike="noStrike" cap="none">
                <a:solidFill>
                  <a:srgbClr val="595959"/>
                </a:solidFill>
                <a:latin typeface="Verdana"/>
                <a:ea typeface="Verdana"/>
                <a:cs typeface="Verdana"/>
                <a:sym typeface="Verdana"/>
              </a:defRPr>
            </a:lvl3pPr>
            <a:lvl4pPr marR="0" lvl="3" algn="l" rtl="0">
              <a:spcBef>
                <a:spcPts val="800"/>
              </a:spcBef>
              <a:spcAft>
                <a:spcPts val="0"/>
              </a:spcAft>
              <a:buClr>
                <a:srgbClr val="FF0000"/>
              </a:buClr>
              <a:buSzPts val="2400"/>
              <a:buFont typeface="Arial"/>
              <a:buChar char="•"/>
              <a:defRPr sz="1600" b="0" i="0" u="none" strike="noStrike" cap="none">
                <a:solidFill>
                  <a:srgbClr val="595959"/>
                </a:solidFill>
                <a:latin typeface="Verdana"/>
                <a:ea typeface="Verdana"/>
                <a:cs typeface="Verdana"/>
                <a:sym typeface="Verdana"/>
              </a:defRPr>
            </a:lvl4pPr>
            <a:lvl5pPr marR="0" lvl="4" algn="l" rtl="0">
              <a:spcBef>
                <a:spcPts val="800"/>
              </a:spcBef>
              <a:spcAft>
                <a:spcPts val="0"/>
              </a:spcAft>
              <a:buClr>
                <a:srgbClr val="FF0000"/>
              </a:buClr>
              <a:buSzPts val="2000"/>
              <a:buFont typeface="Arial"/>
              <a:buChar char="•"/>
              <a:defRPr sz="1300" b="0" i="0" u="none" strike="noStrike" cap="none">
                <a:solidFill>
                  <a:srgbClr val="595959"/>
                </a:solidFill>
                <a:latin typeface="Verdana"/>
                <a:ea typeface="Verdana"/>
                <a:cs typeface="Verdana"/>
                <a:sym typeface="Verdana"/>
              </a:defRPr>
            </a:lvl5pPr>
            <a:lvl6pPr marR="0" lvl="5" algn="l" rtl="0">
              <a:spcBef>
                <a:spcPts val="5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R="0" lvl="6" algn="l" rtl="0">
              <a:spcBef>
                <a:spcPts val="5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R="0" lvl="7" algn="l" rtl="0">
              <a:spcBef>
                <a:spcPts val="5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R="0" lvl="8" algn="l" rtl="0">
              <a:spcBef>
                <a:spcPts val="5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pic>
        <p:nvPicPr>
          <p:cNvPr id="143" name="Google Shape;143;p26"/>
          <p:cNvPicPr preferRelativeResize="0"/>
          <p:nvPr/>
        </p:nvPicPr>
        <p:blipFill>
          <a:blip r:embed="rId2">
            <a:alphaModFix/>
          </a:blip>
          <a:stretch>
            <a:fillRect/>
          </a:stretch>
        </p:blipFill>
        <p:spPr>
          <a:xfrm>
            <a:off x="1208392" y="590300"/>
            <a:ext cx="1072150" cy="1350901"/>
          </a:xfrm>
          <a:prstGeom prst="rect">
            <a:avLst/>
          </a:prstGeom>
          <a:noFill/>
          <a:ln>
            <a:noFill/>
          </a:ln>
        </p:spPr>
      </p:pic>
      <p:sp>
        <p:nvSpPr>
          <p:cNvPr id="144" name="Google Shape;144;p26"/>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chemeClr val="dk1"/>
                </a:solidFill>
                <a:latin typeface="Arial Narrow"/>
                <a:ea typeface="Arial Narrow"/>
                <a:cs typeface="Arial Narrow"/>
                <a:sym typeface="Arial Narrow"/>
              </a:defRPr>
            </a:lvl1pPr>
            <a:lvl2pPr lvl="1">
              <a:buNone/>
              <a:defRPr>
                <a:solidFill>
                  <a:schemeClr val="dk1"/>
                </a:solidFill>
                <a:latin typeface="Arial Narrow"/>
                <a:ea typeface="Arial Narrow"/>
                <a:cs typeface="Arial Narrow"/>
                <a:sym typeface="Arial Narrow"/>
              </a:defRPr>
            </a:lvl2pPr>
            <a:lvl3pPr lvl="2">
              <a:buNone/>
              <a:defRPr>
                <a:solidFill>
                  <a:schemeClr val="dk1"/>
                </a:solidFill>
                <a:latin typeface="Arial Narrow"/>
                <a:ea typeface="Arial Narrow"/>
                <a:cs typeface="Arial Narrow"/>
                <a:sym typeface="Arial Narrow"/>
              </a:defRPr>
            </a:lvl3pPr>
            <a:lvl4pPr lvl="3">
              <a:buNone/>
              <a:defRPr>
                <a:solidFill>
                  <a:schemeClr val="dk1"/>
                </a:solidFill>
                <a:latin typeface="Arial Narrow"/>
                <a:ea typeface="Arial Narrow"/>
                <a:cs typeface="Arial Narrow"/>
                <a:sym typeface="Arial Narrow"/>
              </a:defRPr>
            </a:lvl4pPr>
            <a:lvl5pPr lvl="4">
              <a:buNone/>
              <a:defRPr>
                <a:solidFill>
                  <a:schemeClr val="dk1"/>
                </a:solidFill>
                <a:latin typeface="Arial Narrow"/>
                <a:ea typeface="Arial Narrow"/>
                <a:cs typeface="Arial Narrow"/>
                <a:sym typeface="Arial Narrow"/>
              </a:defRPr>
            </a:lvl5pPr>
            <a:lvl6pPr lvl="5">
              <a:buNone/>
              <a:defRPr>
                <a:solidFill>
                  <a:schemeClr val="dk1"/>
                </a:solidFill>
                <a:latin typeface="Arial Narrow"/>
                <a:ea typeface="Arial Narrow"/>
                <a:cs typeface="Arial Narrow"/>
                <a:sym typeface="Arial Narrow"/>
              </a:defRPr>
            </a:lvl6pPr>
            <a:lvl7pPr lvl="6">
              <a:buNone/>
              <a:defRPr>
                <a:solidFill>
                  <a:schemeClr val="dk1"/>
                </a:solidFill>
                <a:latin typeface="Arial Narrow"/>
                <a:ea typeface="Arial Narrow"/>
                <a:cs typeface="Arial Narrow"/>
                <a:sym typeface="Arial Narrow"/>
              </a:defRPr>
            </a:lvl7pPr>
            <a:lvl8pPr lvl="7">
              <a:buNone/>
              <a:defRPr>
                <a:solidFill>
                  <a:schemeClr val="dk1"/>
                </a:solidFill>
                <a:latin typeface="Arial Narrow"/>
                <a:ea typeface="Arial Narrow"/>
                <a:cs typeface="Arial Narrow"/>
                <a:sym typeface="Arial Narrow"/>
              </a:defRPr>
            </a:lvl8pPr>
            <a:lvl9pPr lvl="8">
              <a:buNone/>
              <a:defRPr>
                <a:solidFill>
                  <a:schemeClr val="dk1"/>
                </a:solidFill>
                <a:latin typeface="Arial Narrow"/>
                <a:ea typeface="Arial Narrow"/>
                <a:cs typeface="Arial Narrow"/>
                <a:sym typeface="Arial Narrow"/>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re et contenu">
  <p:cSld name="Titre et contenu">
    <p:spTree>
      <p:nvGrpSpPr>
        <p:cNvPr id="1" name="Shape 153"/>
        <p:cNvGrpSpPr/>
        <p:nvPr/>
      </p:nvGrpSpPr>
      <p:grpSpPr>
        <a:xfrm>
          <a:off x="0" y="0"/>
          <a:ext cx="0" cy="0"/>
          <a:chOff x="0" y="0"/>
          <a:chExt cx="0" cy="0"/>
        </a:xfrm>
      </p:grpSpPr>
      <p:grpSp>
        <p:nvGrpSpPr>
          <p:cNvPr id="154" name="Google Shape;154;p28"/>
          <p:cNvGrpSpPr/>
          <p:nvPr/>
        </p:nvGrpSpPr>
        <p:grpSpPr>
          <a:xfrm>
            <a:off x="896" y="882387"/>
            <a:ext cx="12192389" cy="127278"/>
            <a:chOff x="891" y="1433935"/>
            <a:chExt cx="19805700" cy="206453"/>
          </a:xfrm>
        </p:grpSpPr>
        <p:sp>
          <p:nvSpPr>
            <p:cNvPr id="155" name="Google Shape;155;p28"/>
            <p:cNvSpPr/>
            <p:nvPr/>
          </p:nvSpPr>
          <p:spPr>
            <a:xfrm>
              <a:off x="891" y="1433935"/>
              <a:ext cx="19805700" cy="87300"/>
            </a:xfrm>
            <a:prstGeom prst="rect">
              <a:avLst/>
            </a:prstGeom>
            <a:solidFill>
              <a:srgbClr val="D9D9D9"/>
            </a:solidFill>
            <a:ln>
              <a:noFill/>
            </a:ln>
          </p:spPr>
          <p:txBody>
            <a:bodyPr spcFirstLastPara="1" wrap="square" lIns="198000" tIns="99000" rIns="198000" bIns="99000" anchor="ctr" anchorCtr="0">
              <a:noAutofit/>
            </a:bodyPr>
            <a:lstStyle/>
            <a:p>
              <a:pPr marL="0" marR="0" lvl="0" indent="0" algn="ctr" rtl="0">
                <a:lnSpc>
                  <a:spcPct val="100000"/>
                </a:lnSpc>
                <a:spcBef>
                  <a:spcPts val="0"/>
                </a:spcBef>
                <a:spcAft>
                  <a:spcPts val="0"/>
                </a:spcAft>
                <a:buNone/>
              </a:pPr>
              <a:endParaRPr sz="2400" b="0" i="0" u="none" strike="noStrike" cap="none">
                <a:solidFill>
                  <a:schemeClr val="lt1"/>
                </a:solidFill>
                <a:latin typeface="Arial"/>
                <a:ea typeface="Arial"/>
                <a:cs typeface="Arial"/>
                <a:sym typeface="Arial"/>
              </a:endParaRPr>
            </a:p>
          </p:txBody>
        </p:sp>
        <p:sp>
          <p:nvSpPr>
            <p:cNvPr id="156" name="Google Shape;156;p28"/>
            <p:cNvSpPr/>
            <p:nvPr/>
          </p:nvSpPr>
          <p:spPr>
            <a:xfrm>
              <a:off x="891" y="1553088"/>
              <a:ext cx="19805700" cy="87300"/>
            </a:xfrm>
            <a:prstGeom prst="rect">
              <a:avLst/>
            </a:prstGeom>
            <a:solidFill>
              <a:srgbClr val="D9D9D9"/>
            </a:solidFill>
            <a:ln>
              <a:noFill/>
            </a:ln>
          </p:spPr>
          <p:txBody>
            <a:bodyPr spcFirstLastPara="1" wrap="square" lIns="198000" tIns="99000" rIns="198000" bIns="99000" anchor="ctr" anchorCtr="0">
              <a:noAutofit/>
            </a:bodyPr>
            <a:lstStyle/>
            <a:p>
              <a:pPr marL="0" marR="0" lvl="0" indent="0" algn="ctr" rtl="0">
                <a:lnSpc>
                  <a:spcPct val="100000"/>
                </a:lnSpc>
                <a:spcBef>
                  <a:spcPts val="0"/>
                </a:spcBef>
                <a:spcAft>
                  <a:spcPts val="0"/>
                </a:spcAft>
                <a:buNone/>
              </a:pPr>
              <a:endParaRPr sz="2400" b="0" i="0" u="none" strike="noStrike" cap="none">
                <a:solidFill>
                  <a:schemeClr val="lt1"/>
                </a:solidFill>
                <a:latin typeface="Arial"/>
                <a:ea typeface="Arial"/>
                <a:cs typeface="Arial"/>
                <a:sym typeface="Arial"/>
              </a:endParaRPr>
            </a:p>
          </p:txBody>
        </p:sp>
      </p:grpSp>
      <p:sp>
        <p:nvSpPr>
          <p:cNvPr id="157" name="Google Shape;157;p28"/>
          <p:cNvSpPr txBox="1">
            <a:spLocks noGrp="1"/>
          </p:cNvSpPr>
          <p:nvPr>
            <p:ph type="body" idx="1"/>
          </p:nvPr>
        </p:nvSpPr>
        <p:spPr>
          <a:xfrm>
            <a:off x="391843" y="1325033"/>
            <a:ext cx="11265300" cy="4854000"/>
          </a:xfrm>
          <a:prstGeom prst="rect">
            <a:avLst/>
          </a:prstGeom>
          <a:noFill/>
          <a:ln>
            <a:noFill/>
          </a:ln>
        </p:spPr>
        <p:txBody>
          <a:bodyPr spcFirstLastPara="1" wrap="square" lIns="0" tIns="0" rIns="0" bIns="0" anchor="t" anchorCtr="0">
            <a:noAutofit/>
          </a:bodyPr>
          <a:lstStyle>
            <a:lvl1pPr marL="457200" marR="0" lvl="0" indent="-412750" algn="l" rtl="0">
              <a:lnSpc>
                <a:spcPct val="100000"/>
              </a:lnSpc>
              <a:spcBef>
                <a:spcPts val="0"/>
              </a:spcBef>
              <a:spcAft>
                <a:spcPts val="0"/>
              </a:spcAft>
              <a:buClr>
                <a:schemeClr val="lt2"/>
              </a:buClr>
              <a:buSzPts val="2900"/>
              <a:buChar char="●"/>
              <a:defRPr sz="2900" i="0" u="none" strike="noStrike" cap="none">
                <a:solidFill>
                  <a:srgbClr val="000000"/>
                </a:solidFill>
              </a:defRPr>
            </a:lvl1pPr>
            <a:lvl2pPr marL="914400" marR="0" lvl="1" indent="-349250" algn="l" rtl="0">
              <a:spcBef>
                <a:spcPts val="400"/>
              </a:spcBef>
              <a:spcAft>
                <a:spcPts val="0"/>
              </a:spcAft>
              <a:buClr>
                <a:schemeClr val="lt2"/>
              </a:buClr>
              <a:buSzPts val="1900"/>
              <a:buChar char="●"/>
              <a:defRPr sz="2100" i="0" u="none" strike="noStrike" cap="none">
                <a:solidFill>
                  <a:srgbClr val="000000"/>
                </a:solidFill>
              </a:defRPr>
            </a:lvl2pPr>
            <a:lvl3pPr marL="1371600" marR="0" lvl="2" indent="-311150" algn="l" rtl="0">
              <a:spcBef>
                <a:spcPts val="400"/>
              </a:spcBef>
              <a:spcAft>
                <a:spcPts val="0"/>
              </a:spcAft>
              <a:buClr>
                <a:schemeClr val="lt2"/>
              </a:buClr>
              <a:buSzPts val="1300"/>
              <a:buChar char="●"/>
              <a:defRPr sz="1700" i="0" u="none" strike="noStrike" cap="none">
                <a:solidFill>
                  <a:srgbClr val="000000"/>
                </a:solidFill>
              </a:defRPr>
            </a:lvl3pPr>
            <a:lvl4pPr marL="1828800" marR="0" lvl="3" indent="-228600" algn="l" rtl="0">
              <a:spcBef>
                <a:spcPts val="800"/>
              </a:spcBef>
              <a:spcAft>
                <a:spcPts val="0"/>
              </a:spcAft>
              <a:buClr>
                <a:srgbClr val="FF0000"/>
              </a:buClr>
              <a:buSzPts val="2400"/>
              <a:buNone/>
              <a:defRPr sz="1600" i="0" u="none" strike="noStrike" cap="none">
                <a:solidFill>
                  <a:srgbClr val="595959"/>
                </a:solidFill>
              </a:defRPr>
            </a:lvl4pPr>
            <a:lvl5pPr marL="2286000" marR="0" lvl="4" indent="-355600" algn="l" rtl="0">
              <a:spcBef>
                <a:spcPts val="800"/>
              </a:spcBef>
              <a:spcAft>
                <a:spcPts val="0"/>
              </a:spcAft>
              <a:buClr>
                <a:schemeClr val="lt2"/>
              </a:buClr>
              <a:buSzPts val="2000"/>
              <a:buChar char="•"/>
              <a:defRPr sz="1300" i="0" u="none" strike="noStrike" cap="none">
                <a:solidFill>
                  <a:srgbClr val="595959"/>
                </a:solidFill>
              </a:defRPr>
            </a:lvl5pPr>
            <a:lvl6pPr marL="2743200" marR="0" lvl="5" indent="-400050" algn="l" rtl="0">
              <a:spcBef>
                <a:spcPts val="500"/>
              </a:spcBef>
              <a:spcAft>
                <a:spcPts val="0"/>
              </a:spcAft>
              <a:buClr>
                <a:schemeClr val="dk1"/>
              </a:buClr>
              <a:buSzPts val="2700"/>
              <a:buChar char="•"/>
              <a:defRPr sz="2700" i="0" u="none" strike="noStrike" cap="none">
                <a:solidFill>
                  <a:schemeClr val="dk1"/>
                </a:solidFill>
              </a:defRPr>
            </a:lvl6pPr>
            <a:lvl7pPr marL="3200400" marR="0" lvl="6" indent="-400050" algn="l" rtl="0">
              <a:spcBef>
                <a:spcPts val="500"/>
              </a:spcBef>
              <a:spcAft>
                <a:spcPts val="0"/>
              </a:spcAft>
              <a:buClr>
                <a:schemeClr val="dk1"/>
              </a:buClr>
              <a:buSzPts val="2700"/>
              <a:buChar char="•"/>
              <a:defRPr sz="2700" i="0" u="none" strike="noStrike" cap="none">
                <a:solidFill>
                  <a:schemeClr val="dk1"/>
                </a:solidFill>
              </a:defRPr>
            </a:lvl7pPr>
            <a:lvl8pPr marL="3657600" marR="0" lvl="7" indent="-400050" algn="l" rtl="0">
              <a:spcBef>
                <a:spcPts val="500"/>
              </a:spcBef>
              <a:spcAft>
                <a:spcPts val="0"/>
              </a:spcAft>
              <a:buClr>
                <a:schemeClr val="dk1"/>
              </a:buClr>
              <a:buSzPts val="2700"/>
              <a:buChar char="•"/>
              <a:defRPr sz="2700" i="0" u="none" strike="noStrike" cap="none">
                <a:solidFill>
                  <a:schemeClr val="dk1"/>
                </a:solidFill>
              </a:defRPr>
            </a:lvl8pPr>
            <a:lvl9pPr marL="4114800" marR="0" lvl="8" indent="-400050" algn="l" rtl="0">
              <a:spcBef>
                <a:spcPts val="500"/>
              </a:spcBef>
              <a:spcAft>
                <a:spcPts val="0"/>
              </a:spcAft>
              <a:buClr>
                <a:schemeClr val="dk1"/>
              </a:buClr>
              <a:buSzPts val="2700"/>
              <a:buChar char="•"/>
              <a:defRPr sz="2700" i="0" u="none" strike="noStrike" cap="none">
                <a:solidFill>
                  <a:schemeClr val="dk1"/>
                </a:solidFill>
              </a:defRPr>
            </a:lvl9pPr>
          </a:lstStyle>
          <a:p>
            <a:endParaRPr/>
          </a:p>
        </p:txBody>
      </p:sp>
      <p:sp>
        <p:nvSpPr>
          <p:cNvPr id="158" name="Google Shape;158;p28"/>
          <p:cNvSpPr txBox="1">
            <a:spLocks noGrp="1"/>
          </p:cNvSpPr>
          <p:nvPr>
            <p:ph type="title"/>
          </p:nvPr>
        </p:nvSpPr>
        <p:spPr>
          <a:xfrm>
            <a:off x="533062" y="182407"/>
            <a:ext cx="10325100" cy="831600"/>
          </a:xfrm>
          <a:prstGeom prst="rect">
            <a:avLst/>
          </a:prstGeom>
          <a:noFill/>
          <a:ln>
            <a:noFill/>
          </a:ln>
        </p:spPr>
        <p:txBody>
          <a:bodyPr spcFirstLastPara="1" wrap="square" lIns="216000" tIns="108000" rIns="216000" bIns="108000" anchor="t" anchorCtr="0">
            <a:noAutofit/>
          </a:bodyPr>
          <a:lstStyle>
            <a:lvl1pPr marR="0" lvl="0" algn="l" rtl="0">
              <a:spcBef>
                <a:spcPts val="0"/>
              </a:spcBef>
              <a:spcAft>
                <a:spcPts val="0"/>
              </a:spcAft>
              <a:buSzPts val="1500"/>
              <a:buFont typeface="Anton"/>
              <a:buNone/>
              <a:defRPr sz="3500" i="0" u="none" strike="noStrike" cap="none">
                <a:solidFill>
                  <a:schemeClr val="dk1"/>
                </a:solidFill>
                <a:latin typeface="Anton"/>
                <a:ea typeface="Anton"/>
                <a:cs typeface="Anton"/>
                <a:sym typeface="Anton"/>
              </a:defRPr>
            </a:lvl1pPr>
            <a:lvl2pPr marR="0" lvl="1" algn="l" rtl="0">
              <a:spcBef>
                <a:spcPts val="1600"/>
              </a:spcBef>
              <a:spcAft>
                <a:spcPts val="0"/>
              </a:spcAft>
              <a:buSzPts val="1500"/>
              <a:buNone/>
              <a:defRPr sz="37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9pPr>
          </a:lstStyle>
          <a:p>
            <a:endParaRPr dirty="0"/>
          </a:p>
        </p:txBody>
      </p:sp>
      <p:pic>
        <p:nvPicPr>
          <p:cNvPr id="159" name="Google Shape;159;p28"/>
          <p:cNvPicPr preferRelativeResize="0"/>
          <p:nvPr/>
        </p:nvPicPr>
        <p:blipFill>
          <a:blip r:embed="rId2">
            <a:alphaModFix/>
          </a:blip>
          <a:stretch>
            <a:fillRect/>
          </a:stretch>
        </p:blipFill>
        <p:spPr>
          <a:xfrm>
            <a:off x="10968747" y="-8955"/>
            <a:ext cx="660004" cy="831600"/>
          </a:xfrm>
          <a:prstGeom prst="rect">
            <a:avLst/>
          </a:prstGeom>
          <a:noFill/>
          <a:ln>
            <a:noFill/>
          </a:ln>
        </p:spPr>
      </p:pic>
      <p:sp>
        <p:nvSpPr>
          <p:cNvPr id="160" name="Google Shape;160;p28"/>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rgbClr val="000000"/>
                </a:solidFill>
                <a:latin typeface="Arial Narrow"/>
                <a:ea typeface="Arial Narrow"/>
                <a:cs typeface="Arial Narrow"/>
                <a:sym typeface="Arial Narrow"/>
              </a:defRPr>
            </a:lvl1pPr>
            <a:lvl2pPr lvl="1">
              <a:buNone/>
              <a:defRPr>
                <a:solidFill>
                  <a:srgbClr val="000000"/>
                </a:solidFill>
                <a:latin typeface="Arial Narrow"/>
                <a:ea typeface="Arial Narrow"/>
                <a:cs typeface="Arial Narrow"/>
                <a:sym typeface="Arial Narrow"/>
              </a:defRPr>
            </a:lvl2pPr>
            <a:lvl3pPr lvl="2">
              <a:buNone/>
              <a:defRPr>
                <a:solidFill>
                  <a:srgbClr val="000000"/>
                </a:solidFill>
                <a:latin typeface="Arial Narrow"/>
                <a:ea typeface="Arial Narrow"/>
                <a:cs typeface="Arial Narrow"/>
                <a:sym typeface="Arial Narrow"/>
              </a:defRPr>
            </a:lvl3pPr>
            <a:lvl4pPr lvl="3">
              <a:buNone/>
              <a:defRPr>
                <a:solidFill>
                  <a:srgbClr val="000000"/>
                </a:solidFill>
                <a:latin typeface="Arial Narrow"/>
                <a:ea typeface="Arial Narrow"/>
                <a:cs typeface="Arial Narrow"/>
                <a:sym typeface="Arial Narrow"/>
              </a:defRPr>
            </a:lvl4pPr>
            <a:lvl5pPr lvl="4">
              <a:buNone/>
              <a:defRPr>
                <a:solidFill>
                  <a:srgbClr val="000000"/>
                </a:solidFill>
                <a:latin typeface="Arial Narrow"/>
                <a:ea typeface="Arial Narrow"/>
                <a:cs typeface="Arial Narrow"/>
                <a:sym typeface="Arial Narrow"/>
              </a:defRPr>
            </a:lvl5pPr>
            <a:lvl6pPr lvl="5">
              <a:buNone/>
              <a:defRPr>
                <a:solidFill>
                  <a:srgbClr val="000000"/>
                </a:solidFill>
                <a:latin typeface="Arial Narrow"/>
                <a:ea typeface="Arial Narrow"/>
                <a:cs typeface="Arial Narrow"/>
                <a:sym typeface="Arial Narrow"/>
              </a:defRPr>
            </a:lvl6pPr>
            <a:lvl7pPr lvl="6">
              <a:buNone/>
              <a:defRPr>
                <a:solidFill>
                  <a:srgbClr val="000000"/>
                </a:solidFill>
                <a:latin typeface="Arial Narrow"/>
                <a:ea typeface="Arial Narrow"/>
                <a:cs typeface="Arial Narrow"/>
                <a:sym typeface="Arial Narrow"/>
              </a:defRPr>
            </a:lvl7pPr>
            <a:lvl8pPr lvl="7">
              <a:buNone/>
              <a:defRPr>
                <a:solidFill>
                  <a:srgbClr val="000000"/>
                </a:solidFill>
                <a:latin typeface="Arial Narrow"/>
                <a:ea typeface="Arial Narrow"/>
                <a:cs typeface="Arial Narrow"/>
                <a:sym typeface="Arial Narrow"/>
              </a:defRPr>
            </a:lvl8pPr>
            <a:lvl9pPr lvl="8">
              <a:buNone/>
              <a:defRPr>
                <a:solidFill>
                  <a:srgbClr val="000000"/>
                </a:solidFill>
                <a:latin typeface="Arial Narrow"/>
                <a:ea typeface="Arial Narrow"/>
                <a:cs typeface="Arial Narrow"/>
                <a:sym typeface="Arial Narrow"/>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re seul sans filet">
  <p:cSld name="Titre seul sans filet">
    <p:spTree>
      <p:nvGrpSpPr>
        <p:cNvPr id="1" name="Shape 161"/>
        <p:cNvGrpSpPr/>
        <p:nvPr/>
      </p:nvGrpSpPr>
      <p:grpSpPr>
        <a:xfrm>
          <a:off x="0" y="0"/>
          <a:ext cx="0" cy="0"/>
          <a:chOff x="0" y="0"/>
          <a:chExt cx="0" cy="0"/>
        </a:xfrm>
      </p:grpSpPr>
      <p:sp>
        <p:nvSpPr>
          <p:cNvPr id="162" name="Google Shape;162;p29"/>
          <p:cNvSpPr txBox="1">
            <a:spLocks noGrp="1"/>
          </p:cNvSpPr>
          <p:nvPr>
            <p:ph type="title"/>
          </p:nvPr>
        </p:nvSpPr>
        <p:spPr>
          <a:xfrm>
            <a:off x="533062" y="182407"/>
            <a:ext cx="10325100" cy="813900"/>
          </a:xfrm>
          <a:prstGeom prst="rect">
            <a:avLst/>
          </a:prstGeom>
          <a:noFill/>
          <a:ln>
            <a:noFill/>
          </a:ln>
        </p:spPr>
        <p:txBody>
          <a:bodyPr spcFirstLastPara="1" wrap="square" lIns="216000" tIns="108000" rIns="216000" bIns="108000" anchor="t" anchorCtr="0">
            <a:noAutofit/>
          </a:bodyPr>
          <a:lstStyle>
            <a:lvl1pPr marR="0" lvl="0" algn="l" rtl="0">
              <a:spcBef>
                <a:spcPts val="0"/>
              </a:spcBef>
              <a:spcAft>
                <a:spcPts val="0"/>
              </a:spcAft>
              <a:buSzPts val="1500"/>
              <a:buFont typeface="Anton"/>
              <a:buNone/>
              <a:defRPr sz="3500" i="0" u="none" strike="noStrike" cap="none">
                <a:solidFill>
                  <a:schemeClr val="dk1"/>
                </a:solidFill>
                <a:latin typeface="Anton"/>
                <a:ea typeface="Anton"/>
                <a:cs typeface="Anton"/>
                <a:sym typeface="Anton"/>
              </a:defRPr>
            </a:lvl1pPr>
            <a:lvl2pPr marR="0" lvl="1"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9pPr>
          </a:lstStyle>
          <a:p>
            <a:endParaRPr dirty="0"/>
          </a:p>
        </p:txBody>
      </p:sp>
      <p:pic>
        <p:nvPicPr>
          <p:cNvPr id="163" name="Google Shape;163;p29"/>
          <p:cNvPicPr preferRelativeResize="0"/>
          <p:nvPr/>
        </p:nvPicPr>
        <p:blipFill>
          <a:blip r:embed="rId2">
            <a:alphaModFix/>
          </a:blip>
          <a:stretch>
            <a:fillRect/>
          </a:stretch>
        </p:blipFill>
        <p:spPr>
          <a:xfrm>
            <a:off x="10968747" y="-8955"/>
            <a:ext cx="660004" cy="831600"/>
          </a:xfrm>
          <a:prstGeom prst="rect">
            <a:avLst/>
          </a:prstGeom>
          <a:noFill/>
          <a:ln>
            <a:noFill/>
          </a:ln>
        </p:spPr>
      </p:pic>
      <p:sp>
        <p:nvSpPr>
          <p:cNvPr id="164" name="Google Shape;164;p29"/>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chemeClr val="dk1"/>
                </a:solidFill>
                <a:latin typeface="Anton"/>
                <a:ea typeface="Anton"/>
                <a:cs typeface="Anton"/>
                <a:sym typeface="Anton"/>
              </a:defRPr>
            </a:lvl1pPr>
            <a:lvl2pPr lvl="1">
              <a:buNone/>
              <a:defRPr>
                <a:solidFill>
                  <a:schemeClr val="dk1"/>
                </a:solidFill>
                <a:latin typeface="Anton"/>
                <a:ea typeface="Anton"/>
                <a:cs typeface="Anton"/>
                <a:sym typeface="Anton"/>
              </a:defRPr>
            </a:lvl2pPr>
            <a:lvl3pPr lvl="2">
              <a:buNone/>
              <a:defRPr>
                <a:solidFill>
                  <a:schemeClr val="dk1"/>
                </a:solidFill>
                <a:latin typeface="Anton"/>
                <a:ea typeface="Anton"/>
                <a:cs typeface="Anton"/>
                <a:sym typeface="Anton"/>
              </a:defRPr>
            </a:lvl3pPr>
            <a:lvl4pPr lvl="3">
              <a:buNone/>
              <a:defRPr>
                <a:solidFill>
                  <a:schemeClr val="dk1"/>
                </a:solidFill>
                <a:latin typeface="Anton"/>
                <a:ea typeface="Anton"/>
                <a:cs typeface="Anton"/>
                <a:sym typeface="Anton"/>
              </a:defRPr>
            </a:lvl4pPr>
            <a:lvl5pPr lvl="4">
              <a:buNone/>
              <a:defRPr>
                <a:solidFill>
                  <a:schemeClr val="dk1"/>
                </a:solidFill>
                <a:latin typeface="Anton"/>
                <a:ea typeface="Anton"/>
                <a:cs typeface="Anton"/>
                <a:sym typeface="Anton"/>
              </a:defRPr>
            </a:lvl5pPr>
            <a:lvl6pPr lvl="5">
              <a:buNone/>
              <a:defRPr>
                <a:solidFill>
                  <a:schemeClr val="dk1"/>
                </a:solidFill>
                <a:latin typeface="Anton"/>
                <a:ea typeface="Anton"/>
                <a:cs typeface="Anton"/>
                <a:sym typeface="Anton"/>
              </a:defRPr>
            </a:lvl6pPr>
            <a:lvl7pPr lvl="6">
              <a:buNone/>
              <a:defRPr>
                <a:solidFill>
                  <a:schemeClr val="dk1"/>
                </a:solidFill>
                <a:latin typeface="Anton"/>
                <a:ea typeface="Anton"/>
                <a:cs typeface="Anton"/>
                <a:sym typeface="Anton"/>
              </a:defRPr>
            </a:lvl7pPr>
            <a:lvl8pPr lvl="7">
              <a:buNone/>
              <a:defRPr>
                <a:solidFill>
                  <a:schemeClr val="dk1"/>
                </a:solidFill>
                <a:latin typeface="Anton"/>
                <a:ea typeface="Anton"/>
                <a:cs typeface="Anton"/>
                <a:sym typeface="Anton"/>
              </a:defRPr>
            </a:lvl8pPr>
            <a:lvl9pPr lvl="8">
              <a:buNone/>
              <a:defRPr>
                <a:solidFill>
                  <a:schemeClr val="dk1"/>
                </a:solidFill>
                <a:latin typeface="Anton"/>
                <a:ea typeface="Anton"/>
                <a:cs typeface="Anton"/>
                <a:sym typeface="Anton"/>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ans titre">
  <p:cSld name="Sans titre">
    <p:spTree>
      <p:nvGrpSpPr>
        <p:cNvPr id="1" name="Shape 174"/>
        <p:cNvGrpSpPr/>
        <p:nvPr/>
      </p:nvGrpSpPr>
      <p:grpSpPr>
        <a:xfrm>
          <a:off x="0" y="0"/>
          <a:ext cx="0" cy="0"/>
          <a:chOff x="0" y="0"/>
          <a:chExt cx="0" cy="0"/>
        </a:xfrm>
      </p:grpSpPr>
      <p:pic>
        <p:nvPicPr>
          <p:cNvPr id="175" name="Google Shape;175;p31"/>
          <p:cNvPicPr preferRelativeResize="0"/>
          <p:nvPr/>
        </p:nvPicPr>
        <p:blipFill>
          <a:blip r:embed="rId2">
            <a:alphaModFix/>
          </a:blip>
          <a:stretch>
            <a:fillRect/>
          </a:stretch>
        </p:blipFill>
        <p:spPr>
          <a:xfrm>
            <a:off x="10968747" y="-8955"/>
            <a:ext cx="660004" cy="831600"/>
          </a:xfrm>
          <a:prstGeom prst="rect">
            <a:avLst/>
          </a:prstGeom>
          <a:noFill/>
          <a:ln>
            <a:noFill/>
          </a:ln>
        </p:spPr>
      </p:pic>
      <p:sp>
        <p:nvSpPr>
          <p:cNvPr id="176" name="Google Shape;176;p31"/>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Vide">
  <p:cSld name="Vide">
    <p:spTree>
      <p:nvGrpSpPr>
        <p:cNvPr id="1" name="Shape 177"/>
        <p:cNvGrpSpPr/>
        <p:nvPr/>
      </p:nvGrpSpPr>
      <p:grpSpPr>
        <a:xfrm>
          <a:off x="0" y="0"/>
          <a:ext cx="0" cy="0"/>
          <a:chOff x="0" y="0"/>
          <a:chExt cx="0" cy="0"/>
        </a:xfrm>
      </p:grpSpPr>
      <p:sp>
        <p:nvSpPr>
          <p:cNvPr id="178" name="Google Shape;178;p32"/>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re et canvas 1">
  <p:cSld name="Titre et canvas_1">
    <p:spTree>
      <p:nvGrpSpPr>
        <p:cNvPr id="1" name="Shape 179"/>
        <p:cNvGrpSpPr/>
        <p:nvPr/>
      </p:nvGrpSpPr>
      <p:grpSpPr>
        <a:xfrm>
          <a:off x="0" y="0"/>
          <a:ext cx="0" cy="0"/>
          <a:chOff x="0" y="0"/>
          <a:chExt cx="0" cy="0"/>
        </a:xfrm>
      </p:grpSpPr>
      <p:grpSp>
        <p:nvGrpSpPr>
          <p:cNvPr id="180" name="Google Shape;180;p33"/>
          <p:cNvGrpSpPr/>
          <p:nvPr/>
        </p:nvGrpSpPr>
        <p:grpSpPr>
          <a:xfrm>
            <a:off x="896" y="882387"/>
            <a:ext cx="12192389" cy="127278"/>
            <a:chOff x="891" y="1433935"/>
            <a:chExt cx="19805700" cy="206453"/>
          </a:xfrm>
        </p:grpSpPr>
        <p:sp>
          <p:nvSpPr>
            <p:cNvPr id="181" name="Google Shape;181;p33"/>
            <p:cNvSpPr/>
            <p:nvPr/>
          </p:nvSpPr>
          <p:spPr>
            <a:xfrm>
              <a:off x="891" y="1433935"/>
              <a:ext cx="19805700" cy="87300"/>
            </a:xfrm>
            <a:prstGeom prst="rect">
              <a:avLst/>
            </a:prstGeom>
            <a:solidFill>
              <a:srgbClr val="D9D9D9"/>
            </a:solidFill>
            <a:ln>
              <a:noFill/>
            </a:ln>
          </p:spPr>
          <p:txBody>
            <a:bodyPr spcFirstLastPara="1" wrap="square" lIns="198000" tIns="99000" rIns="198000" bIns="99000" anchor="ctr" anchorCtr="0">
              <a:noAutofit/>
            </a:bodyPr>
            <a:lstStyle/>
            <a:p>
              <a:pPr marL="0" marR="0" lvl="0" indent="0" algn="ctr" rtl="0">
                <a:lnSpc>
                  <a:spcPct val="100000"/>
                </a:lnSpc>
                <a:spcBef>
                  <a:spcPts val="0"/>
                </a:spcBef>
                <a:spcAft>
                  <a:spcPts val="0"/>
                </a:spcAft>
                <a:buNone/>
              </a:pPr>
              <a:endParaRPr sz="2400" b="0" i="0" u="none" strike="noStrike" cap="none">
                <a:solidFill>
                  <a:schemeClr val="lt1"/>
                </a:solidFill>
                <a:latin typeface="Arial"/>
                <a:ea typeface="Arial"/>
                <a:cs typeface="Arial"/>
                <a:sym typeface="Arial"/>
              </a:endParaRPr>
            </a:p>
          </p:txBody>
        </p:sp>
        <p:sp>
          <p:nvSpPr>
            <p:cNvPr id="182" name="Google Shape;182;p33"/>
            <p:cNvSpPr/>
            <p:nvPr/>
          </p:nvSpPr>
          <p:spPr>
            <a:xfrm>
              <a:off x="891" y="1553088"/>
              <a:ext cx="19805700" cy="87300"/>
            </a:xfrm>
            <a:prstGeom prst="rect">
              <a:avLst/>
            </a:prstGeom>
            <a:solidFill>
              <a:srgbClr val="D9D9D9"/>
            </a:solidFill>
            <a:ln>
              <a:noFill/>
            </a:ln>
          </p:spPr>
          <p:txBody>
            <a:bodyPr spcFirstLastPara="1" wrap="square" lIns="198000" tIns="99000" rIns="198000" bIns="99000" anchor="ctr" anchorCtr="0">
              <a:noAutofit/>
            </a:bodyPr>
            <a:lstStyle/>
            <a:p>
              <a:pPr marL="0" marR="0" lvl="0" indent="0" algn="ctr" rtl="0">
                <a:lnSpc>
                  <a:spcPct val="100000"/>
                </a:lnSpc>
                <a:spcBef>
                  <a:spcPts val="0"/>
                </a:spcBef>
                <a:spcAft>
                  <a:spcPts val="0"/>
                </a:spcAft>
                <a:buNone/>
              </a:pPr>
              <a:endParaRPr sz="2400" b="0" i="0" u="none" strike="noStrike" cap="none">
                <a:solidFill>
                  <a:schemeClr val="lt1"/>
                </a:solidFill>
                <a:latin typeface="Arial"/>
                <a:ea typeface="Arial"/>
                <a:cs typeface="Arial"/>
                <a:sym typeface="Arial"/>
              </a:endParaRPr>
            </a:p>
          </p:txBody>
        </p:sp>
      </p:grpSp>
      <p:sp>
        <p:nvSpPr>
          <p:cNvPr id="183" name="Google Shape;183;p33"/>
          <p:cNvSpPr txBox="1">
            <a:spLocks noGrp="1"/>
          </p:cNvSpPr>
          <p:nvPr>
            <p:ph type="body" idx="1"/>
          </p:nvPr>
        </p:nvSpPr>
        <p:spPr>
          <a:xfrm>
            <a:off x="362844" y="1325035"/>
            <a:ext cx="5594700" cy="4821900"/>
          </a:xfrm>
          <a:prstGeom prst="rect">
            <a:avLst/>
          </a:prstGeom>
          <a:noFill/>
          <a:ln>
            <a:noFill/>
          </a:ln>
        </p:spPr>
        <p:txBody>
          <a:bodyPr spcFirstLastPara="1" wrap="square" lIns="0" tIns="0" rIns="0" bIns="0" anchor="t" anchorCtr="0">
            <a:noAutofit/>
          </a:bodyPr>
          <a:lstStyle>
            <a:lvl1pPr marL="457200" marR="0" lvl="0" indent="-412750" algn="l" rtl="0">
              <a:lnSpc>
                <a:spcPct val="100000"/>
              </a:lnSpc>
              <a:spcBef>
                <a:spcPts val="0"/>
              </a:spcBef>
              <a:spcAft>
                <a:spcPts val="0"/>
              </a:spcAft>
              <a:buClr>
                <a:schemeClr val="lt2"/>
              </a:buClr>
              <a:buSzPts val="2900"/>
              <a:buChar char="●"/>
              <a:defRPr sz="2900" i="0" u="none" strike="noStrike" cap="none">
                <a:solidFill>
                  <a:srgbClr val="000000"/>
                </a:solidFill>
              </a:defRPr>
            </a:lvl1pPr>
            <a:lvl2pPr marL="914400" marR="0" lvl="1" indent="-349250" algn="l" rtl="0">
              <a:spcBef>
                <a:spcPts val="400"/>
              </a:spcBef>
              <a:spcAft>
                <a:spcPts val="0"/>
              </a:spcAft>
              <a:buClr>
                <a:schemeClr val="lt2"/>
              </a:buClr>
              <a:buSzPts val="1900"/>
              <a:buChar char="●"/>
              <a:defRPr sz="2100" i="0" u="none" strike="noStrike" cap="none">
                <a:solidFill>
                  <a:srgbClr val="000000"/>
                </a:solidFill>
              </a:defRPr>
            </a:lvl2pPr>
            <a:lvl3pPr marL="1371600" marR="0" lvl="2" indent="-330200" algn="l" rtl="0">
              <a:spcBef>
                <a:spcPts val="400"/>
              </a:spcBef>
              <a:spcAft>
                <a:spcPts val="0"/>
              </a:spcAft>
              <a:buClr>
                <a:schemeClr val="lt2"/>
              </a:buClr>
              <a:buSzPts val="1600"/>
              <a:buChar char="●"/>
              <a:defRPr sz="2000" i="0" u="none" strike="noStrike" cap="none">
                <a:solidFill>
                  <a:srgbClr val="000000"/>
                </a:solidFill>
              </a:defRPr>
            </a:lvl3pPr>
            <a:lvl4pPr marL="1828800" marR="0" lvl="3" indent="-381000" algn="l" rtl="0">
              <a:spcBef>
                <a:spcPts val="800"/>
              </a:spcBef>
              <a:spcAft>
                <a:spcPts val="0"/>
              </a:spcAft>
              <a:buClr>
                <a:schemeClr val="lt2"/>
              </a:buClr>
              <a:buSzPts val="2400"/>
              <a:buChar char="•"/>
              <a:defRPr sz="1600" i="0" u="none" strike="noStrike" cap="none">
                <a:solidFill>
                  <a:srgbClr val="595959"/>
                </a:solidFill>
              </a:defRPr>
            </a:lvl4pPr>
            <a:lvl5pPr marL="2286000" marR="0" lvl="4" indent="-355600" algn="l" rtl="0">
              <a:spcBef>
                <a:spcPts val="800"/>
              </a:spcBef>
              <a:spcAft>
                <a:spcPts val="0"/>
              </a:spcAft>
              <a:buClr>
                <a:schemeClr val="lt2"/>
              </a:buClr>
              <a:buSzPts val="2000"/>
              <a:buChar char="•"/>
              <a:defRPr sz="1300" i="0" u="none" strike="noStrike" cap="none">
                <a:solidFill>
                  <a:srgbClr val="595959"/>
                </a:solidFill>
              </a:defRPr>
            </a:lvl5pPr>
            <a:lvl6pPr marL="2743200" marR="0" lvl="5" indent="-400050" algn="l" rtl="0">
              <a:spcBef>
                <a:spcPts val="500"/>
              </a:spcBef>
              <a:spcAft>
                <a:spcPts val="0"/>
              </a:spcAft>
              <a:buClr>
                <a:schemeClr val="dk1"/>
              </a:buClr>
              <a:buSzPts val="2700"/>
              <a:buChar char="•"/>
              <a:defRPr sz="2700" i="0" u="none" strike="noStrike" cap="none">
                <a:solidFill>
                  <a:schemeClr val="dk1"/>
                </a:solidFill>
              </a:defRPr>
            </a:lvl6pPr>
            <a:lvl7pPr marL="3200400" marR="0" lvl="6" indent="-400050" algn="l" rtl="0">
              <a:spcBef>
                <a:spcPts val="500"/>
              </a:spcBef>
              <a:spcAft>
                <a:spcPts val="0"/>
              </a:spcAft>
              <a:buClr>
                <a:schemeClr val="dk1"/>
              </a:buClr>
              <a:buSzPts val="2700"/>
              <a:buChar char="•"/>
              <a:defRPr sz="2700" i="0" u="none" strike="noStrike" cap="none">
                <a:solidFill>
                  <a:schemeClr val="dk1"/>
                </a:solidFill>
              </a:defRPr>
            </a:lvl7pPr>
            <a:lvl8pPr marL="3657600" marR="0" lvl="7" indent="-400050" algn="l" rtl="0">
              <a:spcBef>
                <a:spcPts val="500"/>
              </a:spcBef>
              <a:spcAft>
                <a:spcPts val="0"/>
              </a:spcAft>
              <a:buClr>
                <a:schemeClr val="dk1"/>
              </a:buClr>
              <a:buSzPts val="2700"/>
              <a:buChar char="•"/>
              <a:defRPr sz="2700" i="0" u="none" strike="noStrike" cap="none">
                <a:solidFill>
                  <a:schemeClr val="dk1"/>
                </a:solidFill>
              </a:defRPr>
            </a:lvl8pPr>
            <a:lvl9pPr marL="4114800" marR="0" lvl="8" indent="-400050" algn="l" rtl="0">
              <a:spcBef>
                <a:spcPts val="500"/>
              </a:spcBef>
              <a:spcAft>
                <a:spcPts val="0"/>
              </a:spcAft>
              <a:buClr>
                <a:schemeClr val="dk1"/>
              </a:buClr>
              <a:buSzPts val="2700"/>
              <a:buChar char="•"/>
              <a:defRPr sz="2700" i="0" u="none" strike="noStrike" cap="none">
                <a:solidFill>
                  <a:schemeClr val="dk1"/>
                </a:solidFill>
              </a:defRPr>
            </a:lvl9pPr>
          </a:lstStyle>
          <a:p>
            <a:endParaRPr/>
          </a:p>
        </p:txBody>
      </p:sp>
      <p:sp>
        <p:nvSpPr>
          <p:cNvPr id="184" name="Google Shape;184;p33"/>
          <p:cNvSpPr txBox="1">
            <a:spLocks noGrp="1"/>
          </p:cNvSpPr>
          <p:nvPr>
            <p:ph type="body" idx="2"/>
          </p:nvPr>
        </p:nvSpPr>
        <p:spPr>
          <a:xfrm>
            <a:off x="6106938" y="1325035"/>
            <a:ext cx="5594100" cy="4821900"/>
          </a:xfrm>
          <a:prstGeom prst="rect">
            <a:avLst/>
          </a:prstGeom>
          <a:noFill/>
          <a:ln>
            <a:noFill/>
          </a:ln>
        </p:spPr>
        <p:txBody>
          <a:bodyPr spcFirstLastPara="1" wrap="square" lIns="0" tIns="0" rIns="0" bIns="0" anchor="t" anchorCtr="0">
            <a:noAutofit/>
          </a:bodyPr>
          <a:lstStyle>
            <a:lvl1pPr marL="457200" marR="0" lvl="0" indent="-412750" algn="l" rtl="0">
              <a:lnSpc>
                <a:spcPct val="100000"/>
              </a:lnSpc>
              <a:spcBef>
                <a:spcPts val="0"/>
              </a:spcBef>
              <a:spcAft>
                <a:spcPts val="0"/>
              </a:spcAft>
              <a:buClr>
                <a:schemeClr val="lt2"/>
              </a:buClr>
              <a:buSzPts val="2900"/>
              <a:buChar char="●"/>
              <a:defRPr sz="2900" i="0" u="none" strike="noStrike" cap="none">
                <a:solidFill>
                  <a:srgbClr val="000000"/>
                </a:solidFill>
              </a:defRPr>
            </a:lvl1pPr>
            <a:lvl2pPr marL="914400" marR="0" lvl="1" indent="-349250" algn="l" rtl="0">
              <a:spcBef>
                <a:spcPts val="400"/>
              </a:spcBef>
              <a:spcAft>
                <a:spcPts val="0"/>
              </a:spcAft>
              <a:buClr>
                <a:schemeClr val="lt2"/>
              </a:buClr>
              <a:buSzPts val="1900"/>
              <a:buChar char="●"/>
              <a:defRPr sz="2100" i="0" u="none" strike="noStrike" cap="none">
                <a:solidFill>
                  <a:srgbClr val="000000"/>
                </a:solidFill>
              </a:defRPr>
            </a:lvl2pPr>
            <a:lvl3pPr marL="1371600" marR="0" lvl="2" indent="-330200" algn="l" rtl="0">
              <a:spcBef>
                <a:spcPts val="400"/>
              </a:spcBef>
              <a:spcAft>
                <a:spcPts val="0"/>
              </a:spcAft>
              <a:buClr>
                <a:schemeClr val="lt2"/>
              </a:buClr>
              <a:buSzPts val="1600"/>
              <a:buChar char="●"/>
              <a:defRPr sz="2000" i="0" u="none" strike="noStrike" cap="none">
                <a:solidFill>
                  <a:srgbClr val="000000"/>
                </a:solidFill>
              </a:defRPr>
            </a:lvl3pPr>
            <a:lvl4pPr marL="1828800" marR="0" lvl="3" indent="-381000" algn="l" rtl="0">
              <a:spcBef>
                <a:spcPts val="800"/>
              </a:spcBef>
              <a:spcAft>
                <a:spcPts val="0"/>
              </a:spcAft>
              <a:buClr>
                <a:schemeClr val="lt2"/>
              </a:buClr>
              <a:buSzPts val="2400"/>
              <a:buChar char="•"/>
              <a:defRPr sz="1600" i="0" u="none" strike="noStrike" cap="none">
                <a:solidFill>
                  <a:srgbClr val="595959"/>
                </a:solidFill>
              </a:defRPr>
            </a:lvl4pPr>
            <a:lvl5pPr marL="2286000" marR="0" lvl="4" indent="-355600" algn="l" rtl="0">
              <a:spcBef>
                <a:spcPts val="800"/>
              </a:spcBef>
              <a:spcAft>
                <a:spcPts val="0"/>
              </a:spcAft>
              <a:buClr>
                <a:schemeClr val="lt2"/>
              </a:buClr>
              <a:buSzPts val="2000"/>
              <a:buChar char="•"/>
              <a:defRPr sz="1300" i="0" u="none" strike="noStrike" cap="none">
                <a:solidFill>
                  <a:srgbClr val="595959"/>
                </a:solidFill>
              </a:defRPr>
            </a:lvl5pPr>
            <a:lvl6pPr marL="2743200" marR="0" lvl="5" indent="-400050" algn="l" rtl="0">
              <a:spcBef>
                <a:spcPts val="500"/>
              </a:spcBef>
              <a:spcAft>
                <a:spcPts val="0"/>
              </a:spcAft>
              <a:buClr>
                <a:schemeClr val="dk1"/>
              </a:buClr>
              <a:buSzPts val="2700"/>
              <a:buChar char="•"/>
              <a:defRPr sz="2700" i="0" u="none" strike="noStrike" cap="none">
                <a:solidFill>
                  <a:schemeClr val="dk1"/>
                </a:solidFill>
              </a:defRPr>
            </a:lvl6pPr>
            <a:lvl7pPr marL="3200400" marR="0" lvl="6" indent="-400050" algn="l" rtl="0">
              <a:spcBef>
                <a:spcPts val="500"/>
              </a:spcBef>
              <a:spcAft>
                <a:spcPts val="0"/>
              </a:spcAft>
              <a:buClr>
                <a:schemeClr val="dk1"/>
              </a:buClr>
              <a:buSzPts val="2700"/>
              <a:buChar char="•"/>
              <a:defRPr sz="2700" i="0" u="none" strike="noStrike" cap="none">
                <a:solidFill>
                  <a:schemeClr val="dk1"/>
                </a:solidFill>
              </a:defRPr>
            </a:lvl7pPr>
            <a:lvl8pPr marL="3657600" marR="0" lvl="7" indent="-400050" algn="l" rtl="0">
              <a:spcBef>
                <a:spcPts val="500"/>
              </a:spcBef>
              <a:spcAft>
                <a:spcPts val="0"/>
              </a:spcAft>
              <a:buClr>
                <a:schemeClr val="dk1"/>
              </a:buClr>
              <a:buSzPts val="2700"/>
              <a:buChar char="•"/>
              <a:defRPr sz="2700" i="0" u="none" strike="noStrike" cap="none">
                <a:solidFill>
                  <a:schemeClr val="dk1"/>
                </a:solidFill>
              </a:defRPr>
            </a:lvl8pPr>
            <a:lvl9pPr marL="4114800" marR="0" lvl="8" indent="-400050" algn="l" rtl="0">
              <a:spcBef>
                <a:spcPts val="500"/>
              </a:spcBef>
              <a:spcAft>
                <a:spcPts val="0"/>
              </a:spcAft>
              <a:buClr>
                <a:schemeClr val="dk1"/>
              </a:buClr>
              <a:buSzPts val="2700"/>
              <a:buChar char="•"/>
              <a:defRPr sz="2700" i="0" u="none" strike="noStrike" cap="none">
                <a:solidFill>
                  <a:schemeClr val="dk1"/>
                </a:solidFill>
              </a:defRPr>
            </a:lvl9pPr>
          </a:lstStyle>
          <a:p>
            <a:endParaRPr/>
          </a:p>
        </p:txBody>
      </p:sp>
      <p:sp>
        <p:nvSpPr>
          <p:cNvPr id="185" name="Google Shape;185;p33"/>
          <p:cNvSpPr txBox="1">
            <a:spLocks noGrp="1"/>
          </p:cNvSpPr>
          <p:nvPr>
            <p:ph type="title"/>
          </p:nvPr>
        </p:nvSpPr>
        <p:spPr>
          <a:xfrm>
            <a:off x="533062" y="182407"/>
            <a:ext cx="10325100" cy="831600"/>
          </a:xfrm>
          <a:prstGeom prst="rect">
            <a:avLst/>
          </a:prstGeom>
          <a:noFill/>
          <a:ln>
            <a:noFill/>
          </a:ln>
        </p:spPr>
        <p:txBody>
          <a:bodyPr spcFirstLastPara="1" wrap="square" lIns="216000" tIns="108000" rIns="216000" bIns="108000" anchor="t" anchorCtr="0">
            <a:noAutofit/>
          </a:bodyPr>
          <a:lstStyle>
            <a:lvl1pPr marR="0" lvl="0" algn="l" rtl="0">
              <a:spcBef>
                <a:spcPts val="0"/>
              </a:spcBef>
              <a:spcAft>
                <a:spcPts val="0"/>
              </a:spcAft>
              <a:buSzPts val="1500"/>
              <a:buFont typeface="Anton"/>
              <a:buNone/>
              <a:defRPr sz="3500" i="0" u="none" strike="noStrike" cap="none">
                <a:solidFill>
                  <a:schemeClr val="dk1"/>
                </a:solidFill>
                <a:latin typeface="Anton"/>
                <a:ea typeface="Anton"/>
                <a:cs typeface="Anton"/>
                <a:sym typeface="Anton"/>
              </a:defRPr>
            </a:lvl1pPr>
            <a:lvl2pPr marR="0" lvl="1" algn="l" rtl="0">
              <a:spcBef>
                <a:spcPts val="1600"/>
              </a:spcBef>
              <a:spcAft>
                <a:spcPts val="0"/>
              </a:spcAft>
              <a:buSzPts val="1500"/>
              <a:buNone/>
              <a:defRPr sz="37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9pPr>
          </a:lstStyle>
          <a:p>
            <a:endParaRPr dirty="0"/>
          </a:p>
        </p:txBody>
      </p:sp>
      <p:pic>
        <p:nvPicPr>
          <p:cNvPr id="186" name="Google Shape;186;p33"/>
          <p:cNvPicPr preferRelativeResize="0"/>
          <p:nvPr/>
        </p:nvPicPr>
        <p:blipFill>
          <a:blip r:embed="rId2">
            <a:alphaModFix/>
          </a:blip>
          <a:stretch>
            <a:fillRect/>
          </a:stretch>
        </p:blipFill>
        <p:spPr>
          <a:xfrm>
            <a:off x="10968747" y="-8955"/>
            <a:ext cx="660004" cy="831600"/>
          </a:xfrm>
          <a:prstGeom prst="rect">
            <a:avLst/>
          </a:prstGeom>
          <a:noFill/>
          <a:ln>
            <a:noFill/>
          </a:ln>
        </p:spPr>
      </p:pic>
      <p:sp>
        <p:nvSpPr>
          <p:cNvPr id="187" name="Google Shape;187;p33"/>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rgbClr val="000000"/>
                </a:solidFill>
                <a:latin typeface="Arial Narrow"/>
                <a:ea typeface="Arial Narrow"/>
                <a:cs typeface="Arial Narrow"/>
                <a:sym typeface="Arial Narrow"/>
              </a:defRPr>
            </a:lvl1pPr>
            <a:lvl2pPr lvl="1">
              <a:buNone/>
              <a:defRPr>
                <a:solidFill>
                  <a:srgbClr val="000000"/>
                </a:solidFill>
                <a:latin typeface="Arial Narrow"/>
                <a:ea typeface="Arial Narrow"/>
                <a:cs typeface="Arial Narrow"/>
                <a:sym typeface="Arial Narrow"/>
              </a:defRPr>
            </a:lvl2pPr>
            <a:lvl3pPr lvl="2">
              <a:buNone/>
              <a:defRPr>
                <a:solidFill>
                  <a:srgbClr val="000000"/>
                </a:solidFill>
                <a:latin typeface="Arial Narrow"/>
                <a:ea typeface="Arial Narrow"/>
                <a:cs typeface="Arial Narrow"/>
                <a:sym typeface="Arial Narrow"/>
              </a:defRPr>
            </a:lvl3pPr>
            <a:lvl4pPr lvl="3">
              <a:buNone/>
              <a:defRPr>
                <a:solidFill>
                  <a:srgbClr val="000000"/>
                </a:solidFill>
                <a:latin typeface="Arial Narrow"/>
                <a:ea typeface="Arial Narrow"/>
                <a:cs typeface="Arial Narrow"/>
                <a:sym typeface="Arial Narrow"/>
              </a:defRPr>
            </a:lvl4pPr>
            <a:lvl5pPr lvl="4">
              <a:buNone/>
              <a:defRPr>
                <a:solidFill>
                  <a:srgbClr val="000000"/>
                </a:solidFill>
                <a:latin typeface="Arial Narrow"/>
                <a:ea typeface="Arial Narrow"/>
                <a:cs typeface="Arial Narrow"/>
                <a:sym typeface="Arial Narrow"/>
              </a:defRPr>
            </a:lvl5pPr>
            <a:lvl6pPr lvl="5">
              <a:buNone/>
              <a:defRPr>
                <a:solidFill>
                  <a:srgbClr val="000000"/>
                </a:solidFill>
                <a:latin typeface="Arial Narrow"/>
                <a:ea typeface="Arial Narrow"/>
                <a:cs typeface="Arial Narrow"/>
                <a:sym typeface="Arial Narrow"/>
              </a:defRPr>
            </a:lvl6pPr>
            <a:lvl7pPr lvl="6">
              <a:buNone/>
              <a:defRPr>
                <a:solidFill>
                  <a:srgbClr val="000000"/>
                </a:solidFill>
                <a:latin typeface="Arial Narrow"/>
                <a:ea typeface="Arial Narrow"/>
                <a:cs typeface="Arial Narrow"/>
                <a:sym typeface="Arial Narrow"/>
              </a:defRPr>
            </a:lvl7pPr>
            <a:lvl8pPr lvl="7">
              <a:buNone/>
              <a:defRPr>
                <a:solidFill>
                  <a:srgbClr val="000000"/>
                </a:solidFill>
                <a:latin typeface="Arial Narrow"/>
                <a:ea typeface="Arial Narrow"/>
                <a:cs typeface="Arial Narrow"/>
                <a:sym typeface="Arial Narrow"/>
              </a:defRPr>
            </a:lvl8pPr>
            <a:lvl9pPr lvl="8">
              <a:buNone/>
              <a:defRPr>
                <a:solidFill>
                  <a:srgbClr val="000000"/>
                </a:solidFill>
                <a:latin typeface="Arial Narrow"/>
                <a:ea typeface="Arial Narrow"/>
                <a:cs typeface="Arial Narrow"/>
                <a:sym typeface="Arial Narrow"/>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re et contenu 1">
  <p:cSld name="Titre et contenu_1">
    <p:spTree>
      <p:nvGrpSpPr>
        <p:cNvPr id="1" name="Shape 188"/>
        <p:cNvGrpSpPr/>
        <p:nvPr/>
      </p:nvGrpSpPr>
      <p:grpSpPr>
        <a:xfrm>
          <a:off x="0" y="0"/>
          <a:ext cx="0" cy="0"/>
          <a:chOff x="0" y="0"/>
          <a:chExt cx="0" cy="0"/>
        </a:xfrm>
      </p:grpSpPr>
      <p:grpSp>
        <p:nvGrpSpPr>
          <p:cNvPr id="189" name="Google Shape;189;p34"/>
          <p:cNvGrpSpPr/>
          <p:nvPr/>
        </p:nvGrpSpPr>
        <p:grpSpPr>
          <a:xfrm>
            <a:off x="896" y="882387"/>
            <a:ext cx="12192389" cy="127278"/>
            <a:chOff x="891" y="1433935"/>
            <a:chExt cx="19805700" cy="206453"/>
          </a:xfrm>
        </p:grpSpPr>
        <p:sp>
          <p:nvSpPr>
            <p:cNvPr id="190" name="Google Shape;190;p34"/>
            <p:cNvSpPr/>
            <p:nvPr/>
          </p:nvSpPr>
          <p:spPr>
            <a:xfrm>
              <a:off x="891" y="1433935"/>
              <a:ext cx="19805700" cy="87300"/>
            </a:xfrm>
            <a:prstGeom prst="rect">
              <a:avLst/>
            </a:prstGeom>
            <a:solidFill>
              <a:srgbClr val="D9D9D9"/>
            </a:solidFill>
            <a:ln>
              <a:noFill/>
            </a:ln>
          </p:spPr>
          <p:txBody>
            <a:bodyPr spcFirstLastPara="1" wrap="square" lIns="198000" tIns="99000" rIns="198000" bIns="99000" anchor="ctr" anchorCtr="0">
              <a:noAutofit/>
            </a:bodyPr>
            <a:lstStyle/>
            <a:p>
              <a:pPr marL="0" marR="0" lvl="0" indent="0" algn="ctr" rtl="0">
                <a:lnSpc>
                  <a:spcPct val="100000"/>
                </a:lnSpc>
                <a:spcBef>
                  <a:spcPts val="0"/>
                </a:spcBef>
                <a:spcAft>
                  <a:spcPts val="0"/>
                </a:spcAft>
                <a:buNone/>
              </a:pPr>
              <a:endParaRPr sz="2400" b="0" i="0" u="none" strike="noStrike" cap="none">
                <a:solidFill>
                  <a:schemeClr val="lt1"/>
                </a:solidFill>
                <a:latin typeface="Arial"/>
                <a:ea typeface="Arial"/>
                <a:cs typeface="Arial"/>
                <a:sym typeface="Arial"/>
              </a:endParaRPr>
            </a:p>
          </p:txBody>
        </p:sp>
        <p:sp>
          <p:nvSpPr>
            <p:cNvPr id="191" name="Google Shape;191;p34"/>
            <p:cNvSpPr/>
            <p:nvPr/>
          </p:nvSpPr>
          <p:spPr>
            <a:xfrm>
              <a:off x="891" y="1553088"/>
              <a:ext cx="19805700" cy="87300"/>
            </a:xfrm>
            <a:prstGeom prst="rect">
              <a:avLst/>
            </a:prstGeom>
            <a:solidFill>
              <a:srgbClr val="D9D9D9"/>
            </a:solidFill>
            <a:ln>
              <a:noFill/>
            </a:ln>
          </p:spPr>
          <p:txBody>
            <a:bodyPr spcFirstLastPara="1" wrap="square" lIns="198000" tIns="99000" rIns="198000" bIns="99000" anchor="ctr" anchorCtr="0">
              <a:noAutofit/>
            </a:bodyPr>
            <a:lstStyle/>
            <a:p>
              <a:pPr marL="0" marR="0" lvl="0" indent="0" algn="ctr" rtl="0">
                <a:lnSpc>
                  <a:spcPct val="100000"/>
                </a:lnSpc>
                <a:spcBef>
                  <a:spcPts val="0"/>
                </a:spcBef>
                <a:spcAft>
                  <a:spcPts val="0"/>
                </a:spcAft>
                <a:buNone/>
              </a:pPr>
              <a:endParaRPr sz="2400" b="0" i="0" u="none" strike="noStrike" cap="none">
                <a:solidFill>
                  <a:schemeClr val="lt1"/>
                </a:solidFill>
                <a:latin typeface="Arial"/>
                <a:ea typeface="Arial"/>
                <a:cs typeface="Arial"/>
                <a:sym typeface="Arial"/>
              </a:endParaRPr>
            </a:p>
          </p:txBody>
        </p:sp>
      </p:grpSp>
      <p:sp>
        <p:nvSpPr>
          <p:cNvPr id="192" name="Google Shape;192;p34"/>
          <p:cNvSpPr txBox="1">
            <a:spLocks noGrp="1"/>
          </p:cNvSpPr>
          <p:nvPr>
            <p:ph type="body" idx="1"/>
          </p:nvPr>
        </p:nvSpPr>
        <p:spPr>
          <a:xfrm>
            <a:off x="391843" y="1325033"/>
            <a:ext cx="11265300" cy="4854000"/>
          </a:xfrm>
          <a:prstGeom prst="rect">
            <a:avLst/>
          </a:prstGeom>
          <a:noFill/>
          <a:ln>
            <a:noFill/>
          </a:ln>
        </p:spPr>
        <p:txBody>
          <a:bodyPr spcFirstLastPara="1" wrap="square" lIns="0" tIns="0" rIns="0" bIns="0" anchor="t" anchorCtr="0">
            <a:noAutofit/>
          </a:bodyPr>
          <a:lstStyle>
            <a:lvl1pPr marL="457200" marR="0" lvl="0" indent="-412750" algn="l" rtl="0">
              <a:lnSpc>
                <a:spcPct val="100000"/>
              </a:lnSpc>
              <a:spcBef>
                <a:spcPts val="0"/>
              </a:spcBef>
              <a:spcAft>
                <a:spcPts val="0"/>
              </a:spcAft>
              <a:buClr>
                <a:schemeClr val="lt2"/>
              </a:buClr>
              <a:buSzPts val="2900"/>
              <a:buChar char="●"/>
              <a:defRPr sz="2900" b="1" i="0" u="none" strike="noStrike" cap="none">
                <a:solidFill>
                  <a:srgbClr val="000000"/>
                </a:solidFill>
              </a:defRPr>
            </a:lvl1pPr>
            <a:lvl2pPr marL="914400" marR="0" lvl="1" indent="-349250" algn="l" rtl="0">
              <a:spcBef>
                <a:spcPts val="400"/>
              </a:spcBef>
              <a:spcAft>
                <a:spcPts val="0"/>
              </a:spcAft>
              <a:buClr>
                <a:schemeClr val="lt2"/>
              </a:buClr>
              <a:buSzPts val="1900"/>
              <a:buChar char="●"/>
              <a:defRPr sz="2100" b="1" i="0" u="none" strike="noStrike" cap="none">
                <a:solidFill>
                  <a:srgbClr val="000000"/>
                </a:solidFill>
              </a:defRPr>
            </a:lvl2pPr>
            <a:lvl3pPr marL="1371600" marR="0" lvl="2" indent="-311150" algn="l" rtl="0">
              <a:spcBef>
                <a:spcPts val="400"/>
              </a:spcBef>
              <a:spcAft>
                <a:spcPts val="0"/>
              </a:spcAft>
              <a:buClr>
                <a:schemeClr val="lt2"/>
              </a:buClr>
              <a:buSzPts val="1300"/>
              <a:buChar char="●"/>
              <a:defRPr sz="1700" b="1" i="0" u="none" strike="noStrike" cap="none">
                <a:solidFill>
                  <a:srgbClr val="000000"/>
                </a:solidFill>
              </a:defRPr>
            </a:lvl3pPr>
            <a:lvl4pPr marL="1828800" marR="0" lvl="3" indent="-228600" algn="l" rtl="0">
              <a:spcBef>
                <a:spcPts val="800"/>
              </a:spcBef>
              <a:spcAft>
                <a:spcPts val="0"/>
              </a:spcAft>
              <a:buClr>
                <a:srgbClr val="FF0000"/>
              </a:buClr>
              <a:buSzPts val="2400"/>
              <a:buNone/>
              <a:defRPr sz="1600" i="0" u="none" strike="noStrike" cap="none">
                <a:solidFill>
                  <a:srgbClr val="595959"/>
                </a:solidFill>
              </a:defRPr>
            </a:lvl4pPr>
            <a:lvl5pPr marL="2286000" marR="0" lvl="4" indent="-355600" algn="l" rtl="0">
              <a:spcBef>
                <a:spcPts val="800"/>
              </a:spcBef>
              <a:spcAft>
                <a:spcPts val="0"/>
              </a:spcAft>
              <a:buClr>
                <a:schemeClr val="lt2"/>
              </a:buClr>
              <a:buSzPts val="2000"/>
              <a:buChar char="•"/>
              <a:defRPr sz="1300" i="0" u="none" strike="noStrike" cap="none">
                <a:solidFill>
                  <a:srgbClr val="595959"/>
                </a:solidFill>
              </a:defRPr>
            </a:lvl5pPr>
            <a:lvl6pPr marL="2743200" marR="0" lvl="5" indent="-400050" algn="l" rtl="0">
              <a:spcBef>
                <a:spcPts val="500"/>
              </a:spcBef>
              <a:spcAft>
                <a:spcPts val="0"/>
              </a:spcAft>
              <a:buClr>
                <a:schemeClr val="dk1"/>
              </a:buClr>
              <a:buSzPts val="2700"/>
              <a:buChar char="•"/>
              <a:defRPr sz="2700" i="0" u="none" strike="noStrike" cap="none">
                <a:solidFill>
                  <a:schemeClr val="dk1"/>
                </a:solidFill>
              </a:defRPr>
            </a:lvl6pPr>
            <a:lvl7pPr marL="3200400" marR="0" lvl="6" indent="-400050" algn="l" rtl="0">
              <a:spcBef>
                <a:spcPts val="500"/>
              </a:spcBef>
              <a:spcAft>
                <a:spcPts val="0"/>
              </a:spcAft>
              <a:buClr>
                <a:schemeClr val="dk1"/>
              </a:buClr>
              <a:buSzPts val="2700"/>
              <a:buChar char="•"/>
              <a:defRPr sz="2700" i="0" u="none" strike="noStrike" cap="none">
                <a:solidFill>
                  <a:schemeClr val="dk1"/>
                </a:solidFill>
              </a:defRPr>
            </a:lvl7pPr>
            <a:lvl8pPr marL="3657600" marR="0" lvl="7" indent="-400050" algn="l" rtl="0">
              <a:spcBef>
                <a:spcPts val="500"/>
              </a:spcBef>
              <a:spcAft>
                <a:spcPts val="0"/>
              </a:spcAft>
              <a:buClr>
                <a:schemeClr val="dk1"/>
              </a:buClr>
              <a:buSzPts val="2700"/>
              <a:buChar char="•"/>
              <a:defRPr sz="2700" i="0" u="none" strike="noStrike" cap="none">
                <a:solidFill>
                  <a:schemeClr val="dk1"/>
                </a:solidFill>
              </a:defRPr>
            </a:lvl8pPr>
            <a:lvl9pPr marL="4114800" marR="0" lvl="8" indent="-400050" algn="l" rtl="0">
              <a:spcBef>
                <a:spcPts val="500"/>
              </a:spcBef>
              <a:spcAft>
                <a:spcPts val="0"/>
              </a:spcAft>
              <a:buClr>
                <a:schemeClr val="dk1"/>
              </a:buClr>
              <a:buSzPts val="2700"/>
              <a:buChar char="•"/>
              <a:defRPr sz="2700" i="0" u="none" strike="noStrike" cap="none">
                <a:solidFill>
                  <a:schemeClr val="dk1"/>
                </a:solidFill>
              </a:defRPr>
            </a:lvl9pPr>
          </a:lstStyle>
          <a:p>
            <a:endParaRPr/>
          </a:p>
        </p:txBody>
      </p:sp>
      <p:sp>
        <p:nvSpPr>
          <p:cNvPr id="193" name="Google Shape;193;p34"/>
          <p:cNvSpPr txBox="1">
            <a:spLocks noGrp="1"/>
          </p:cNvSpPr>
          <p:nvPr>
            <p:ph type="title"/>
          </p:nvPr>
        </p:nvSpPr>
        <p:spPr>
          <a:xfrm>
            <a:off x="533062" y="182407"/>
            <a:ext cx="10325100" cy="831600"/>
          </a:xfrm>
          <a:prstGeom prst="rect">
            <a:avLst/>
          </a:prstGeom>
          <a:noFill/>
          <a:ln>
            <a:noFill/>
          </a:ln>
        </p:spPr>
        <p:txBody>
          <a:bodyPr spcFirstLastPara="1" wrap="square" lIns="216000" tIns="108000" rIns="216000" bIns="108000" anchor="t" anchorCtr="0">
            <a:noAutofit/>
          </a:bodyPr>
          <a:lstStyle>
            <a:lvl1pPr marR="0" lvl="0" algn="l" rtl="0">
              <a:spcBef>
                <a:spcPts val="0"/>
              </a:spcBef>
              <a:spcAft>
                <a:spcPts val="0"/>
              </a:spcAft>
              <a:buSzPts val="1500"/>
              <a:buFont typeface="Anton"/>
              <a:buNone/>
              <a:defRPr sz="3500" i="0" u="none" strike="noStrike" cap="none">
                <a:solidFill>
                  <a:schemeClr val="dk1"/>
                </a:solidFill>
                <a:latin typeface="Anton"/>
                <a:ea typeface="Anton"/>
                <a:cs typeface="Anton"/>
                <a:sym typeface="Anton"/>
              </a:defRPr>
            </a:lvl1pPr>
            <a:lvl2pPr marR="0" lvl="1" algn="l" rtl="0">
              <a:spcBef>
                <a:spcPts val="1600"/>
              </a:spcBef>
              <a:spcAft>
                <a:spcPts val="0"/>
              </a:spcAft>
              <a:buSzPts val="1500"/>
              <a:buNone/>
              <a:defRPr sz="37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1500"/>
              <a:buNone/>
              <a:defRPr sz="3700" b="0" i="0" u="none" strike="noStrike" cap="none">
                <a:solidFill>
                  <a:schemeClr val="dk1"/>
                </a:solidFill>
                <a:latin typeface="Verdana"/>
                <a:ea typeface="Verdana"/>
                <a:cs typeface="Verdana"/>
                <a:sym typeface="Verdana"/>
              </a:defRPr>
            </a:lvl9pPr>
          </a:lstStyle>
          <a:p>
            <a:endParaRPr dirty="0"/>
          </a:p>
        </p:txBody>
      </p:sp>
      <p:pic>
        <p:nvPicPr>
          <p:cNvPr id="194" name="Google Shape;194;p34"/>
          <p:cNvPicPr preferRelativeResize="0"/>
          <p:nvPr/>
        </p:nvPicPr>
        <p:blipFill>
          <a:blip r:embed="rId2">
            <a:alphaModFix/>
          </a:blip>
          <a:stretch>
            <a:fillRect/>
          </a:stretch>
        </p:blipFill>
        <p:spPr>
          <a:xfrm>
            <a:off x="10968747" y="-8955"/>
            <a:ext cx="660004" cy="831600"/>
          </a:xfrm>
          <a:prstGeom prst="rect">
            <a:avLst/>
          </a:prstGeom>
          <a:noFill/>
          <a:ln>
            <a:noFill/>
          </a:ln>
        </p:spPr>
      </p:pic>
      <p:sp>
        <p:nvSpPr>
          <p:cNvPr id="195" name="Google Shape;195;p34"/>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3.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sldNum" idx="12"/>
          </p:nvPr>
        </p:nvSpPr>
        <p:spPr>
          <a:xfrm>
            <a:off x="11409045" y="6333134"/>
            <a:ext cx="731700" cy="525000"/>
          </a:xfrm>
          <a:prstGeom prst="rect">
            <a:avLst/>
          </a:prstGeom>
          <a:noFill/>
          <a:ln>
            <a:noFill/>
          </a:ln>
        </p:spPr>
        <p:txBody>
          <a:bodyPr spcFirstLastPara="1" wrap="square" lIns="91425" tIns="91425" rIns="91425" bIns="91425" anchor="t" anchorCtr="0">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3"/>
        <p:cNvGrpSpPr/>
        <p:nvPr/>
      </p:nvGrpSpPr>
      <p:grpSpPr>
        <a:xfrm>
          <a:off x="0" y="0"/>
          <a:ext cx="0" cy="0"/>
          <a:chOff x="0" y="0"/>
          <a:chExt cx="0" cy="0"/>
        </a:xfrm>
      </p:grpSpPr>
      <p:sp>
        <p:nvSpPr>
          <p:cNvPr id="74" name="Google Shape;74;p12"/>
          <p:cNvSpPr txBox="1">
            <a:spLocks noGrp="1"/>
          </p:cNvSpPr>
          <p:nvPr>
            <p:ph type="sldNum" idx="12"/>
          </p:nvPr>
        </p:nvSpPr>
        <p:spPr>
          <a:xfrm>
            <a:off x="11409045" y="6333134"/>
            <a:ext cx="731700" cy="525000"/>
          </a:xfrm>
          <a:prstGeom prst="rect">
            <a:avLst/>
          </a:prstGeom>
          <a:noFill/>
          <a:ln>
            <a:noFill/>
          </a:ln>
        </p:spPr>
        <p:txBody>
          <a:bodyPr spcFirstLastPara="1" wrap="square" lIns="91425" tIns="91425" rIns="91425" bIns="91425" anchor="t" anchorCtr="0">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2"/>
        <p:cNvGrpSpPr/>
        <p:nvPr/>
      </p:nvGrpSpPr>
      <p:grpSpPr>
        <a:xfrm>
          <a:off x="0" y="0"/>
          <a:ext cx="0" cy="0"/>
          <a:chOff x="0" y="0"/>
          <a:chExt cx="0" cy="0"/>
        </a:xfrm>
      </p:grpSpPr>
      <p:sp>
        <p:nvSpPr>
          <p:cNvPr id="83" name="Google Shape;83;p14"/>
          <p:cNvSpPr txBox="1">
            <a:spLocks noGrp="1"/>
          </p:cNvSpPr>
          <p:nvPr>
            <p:ph type="sldNum" idx="12"/>
          </p:nvPr>
        </p:nvSpPr>
        <p:spPr>
          <a:xfrm>
            <a:off x="11409045" y="6333134"/>
            <a:ext cx="731700" cy="525000"/>
          </a:xfrm>
          <a:prstGeom prst="rect">
            <a:avLst/>
          </a:prstGeom>
          <a:noFill/>
          <a:ln>
            <a:noFill/>
          </a:ln>
        </p:spPr>
        <p:txBody>
          <a:bodyPr spcFirstLastPara="1" wrap="square" lIns="91425" tIns="91425" rIns="91425" bIns="91425" anchor="t" anchorCtr="0">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6"/>
        <p:cNvGrpSpPr/>
        <p:nvPr/>
      </p:nvGrpSpPr>
      <p:grpSpPr>
        <a:xfrm>
          <a:off x="0" y="0"/>
          <a:ext cx="0" cy="0"/>
          <a:chOff x="0" y="0"/>
          <a:chExt cx="0" cy="0"/>
        </a:xfrm>
      </p:grpSpPr>
      <p:sp>
        <p:nvSpPr>
          <p:cNvPr id="137" name="Google Shape;137;p25"/>
          <p:cNvSpPr txBox="1">
            <a:spLocks noGrp="1"/>
          </p:cNvSpPr>
          <p:nvPr>
            <p:ph type="sldNum" idx="12"/>
          </p:nvPr>
        </p:nvSpPr>
        <p:spPr>
          <a:xfrm>
            <a:off x="11409045" y="6333134"/>
            <a:ext cx="731700" cy="525000"/>
          </a:xfrm>
          <a:prstGeom prst="rect">
            <a:avLst/>
          </a:prstGeom>
          <a:noFill/>
          <a:ln>
            <a:noFill/>
          </a:ln>
        </p:spPr>
        <p:txBody>
          <a:bodyPr spcFirstLastPara="1" wrap="square" lIns="91425" tIns="91425" rIns="91425" bIns="91425" anchor="t" anchorCtr="0">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9" r:id="rId1"/>
    <p:sldLayoutId id="2147483671" r:id="rId2"/>
    <p:sldLayoutId id="2147483672" r:id="rId3"/>
    <p:sldLayoutId id="2147483674" r:id="rId4"/>
    <p:sldLayoutId id="2147483675" r:id="rId5"/>
    <p:sldLayoutId id="2147483676" r:id="rId6"/>
    <p:sldLayoutId id="2147483677"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5"/>
          <p:cNvSpPr txBox="1">
            <a:spLocks noGrp="1"/>
          </p:cNvSpPr>
          <p:nvPr>
            <p:ph type="title"/>
          </p:nvPr>
        </p:nvSpPr>
        <p:spPr>
          <a:xfrm>
            <a:off x="1148136" y="2695617"/>
            <a:ext cx="10509000" cy="613500"/>
          </a:xfrm>
          <a:prstGeom prst="rect">
            <a:avLst/>
          </a:prstGeom>
          <a:noFill/>
          <a:ln>
            <a:noFill/>
          </a:ln>
        </p:spPr>
        <p:txBody>
          <a:bodyPr spcFirstLastPara="1" wrap="square" lIns="51575" tIns="25800" rIns="51575" bIns="25800" anchor="t" anchorCtr="0">
            <a:noAutofit/>
          </a:bodyPr>
          <a:lstStyle/>
          <a:p>
            <a:pPr marL="0" lvl="0" indent="0" algn="l" rtl="0">
              <a:spcBef>
                <a:spcPts val="0"/>
              </a:spcBef>
              <a:spcAft>
                <a:spcPts val="0"/>
              </a:spcAft>
              <a:buClr>
                <a:schemeClr val="dk1"/>
              </a:buClr>
              <a:buSzPts val="1100"/>
              <a:buFont typeface="Arial"/>
              <a:buNone/>
            </a:pPr>
            <a:r>
              <a:rPr lang="en-US" sz="4000" dirty="0">
                <a:solidFill>
                  <a:schemeClr val="dk1"/>
                </a:solidFill>
              </a:rPr>
              <a:t>On-Device Binary Classification with Federated Learning using the STM32 </a:t>
            </a:r>
            <a:endParaRPr sz="4000" dirty="0">
              <a:solidFill>
                <a:schemeClr val="dk1"/>
              </a:solidFill>
            </a:endParaRPr>
          </a:p>
        </p:txBody>
      </p:sp>
      <p:sp>
        <p:nvSpPr>
          <p:cNvPr id="201" name="Google Shape;201;p35"/>
          <p:cNvSpPr txBox="1"/>
          <p:nvPr/>
        </p:nvSpPr>
        <p:spPr>
          <a:xfrm>
            <a:off x="1148350" y="3976500"/>
            <a:ext cx="8415300" cy="511500"/>
          </a:xfrm>
          <a:prstGeom prst="rect">
            <a:avLst/>
          </a:prstGeom>
          <a:noFill/>
          <a:ln>
            <a:noFill/>
          </a:ln>
        </p:spPr>
        <p:txBody>
          <a:bodyPr spcFirstLastPara="1" wrap="square" lIns="51575" tIns="25800" rIns="51575" bIns="25800" anchor="t" anchorCtr="0">
            <a:noAutofit/>
          </a:bodyPr>
          <a:lstStyle/>
          <a:p>
            <a:pPr marL="381000" lvl="0" indent="-381000" algn="l" rtl="0">
              <a:spcBef>
                <a:spcPts val="0"/>
              </a:spcBef>
              <a:spcAft>
                <a:spcPts val="0"/>
              </a:spcAft>
              <a:buNone/>
            </a:pPr>
            <a:r>
              <a:rPr lang="en-US" sz="2700" b="1" dirty="0">
                <a:solidFill>
                  <a:schemeClr val="lt2"/>
                </a:solidFill>
              </a:rPr>
              <a:t>Yingshuo Xi, Ali Jahangiri</a:t>
            </a:r>
            <a:endParaRPr sz="2700" b="1" dirty="0">
              <a:solidFill>
                <a:schemeClr val="lt2"/>
              </a:solidFill>
            </a:endParaRPr>
          </a:p>
        </p:txBody>
      </p:sp>
      <p:sp>
        <p:nvSpPr>
          <p:cNvPr id="202" name="Google Shape;202;p35"/>
          <p:cNvSpPr txBox="1"/>
          <p:nvPr/>
        </p:nvSpPr>
        <p:spPr>
          <a:xfrm>
            <a:off x="1148351" y="4488050"/>
            <a:ext cx="10840200" cy="468600"/>
          </a:xfrm>
          <a:prstGeom prst="rect">
            <a:avLst/>
          </a:prstGeom>
          <a:noFill/>
          <a:ln>
            <a:noFill/>
          </a:ln>
        </p:spPr>
        <p:txBody>
          <a:bodyPr spcFirstLastPara="1" wrap="square" lIns="51575" tIns="25800" rIns="51575" bIns="25800" anchor="t" anchorCtr="0">
            <a:noAutofit/>
          </a:bodyPr>
          <a:lstStyle/>
          <a:p>
            <a:pPr marL="381000" lvl="0" indent="-381000" algn="l" rtl="0">
              <a:spcBef>
                <a:spcPts val="0"/>
              </a:spcBef>
              <a:spcAft>
                <a:spcPts val="0"/>
              </a:spcAft>
              <a:buNone/>
            </a:pPr>
            <a:r>
              <a:rPr lang="en" sz="2700" dirty="0"/>
              <a:t>Department of Electrical and Information Technology, </a:t>
            </a:r>
            <a:endParaRPr sz="2700" dirty="0"/>
          </a:p>
          <a:p>
            <a:pPr marL="381000" lvl="0" indent="-381000" algn="l" rtl="0">
              <a:spcBef>
                <a:spcPts val="0"/>
              </a:spcBef>
              <a:spcAft>
                <a:spcPts val="0"/>
              </a:spcAft>
              <a:buNone/>
            </a:pPr>
            <a:r>
              <a:rPr lang="en" sz="2700" dirty="0"/>
              <a:t>Lund University, Sweden.</a:t>
            </a:r>
            <a:endParaRPr sz="2700" dirty="0"/>
          </a:p>
          <a:p>
            <a:pPr marL="0" lvl="0" indent="0" algn="just" rtl="0">
              <a:spcBef>
                <a:spcPts val="0"/>
              </a:spcBef>
              <a:spcAft>
                <a:spcPts val="0"/>
              </a:spcAft>
              <a:buNone/>
            </a:pPr>
            <a:br>
              <a:rPr lang="en" sz="2700" i="1" dirty="0"/>
            </a:br>
            <a:r>
              <a:rPr lang="en" sz="1700" i="1" dirty="0"/>
              <a:t>This research has been partially supported by the Wallenberg AI, Autonomous Systems and Software Program (WASP), the Swedish Research Council (VR), the ELLIIT Strategic Research Environment, European Union, and an unrestricted gift from Google.</a:t>
            </a:r>
            <a:endParaRPr sz="1700" i="1" dirty="0"/>
          </a:p>
        </p:txBody>
      </p:sp>
      <p:sp>
        <p:nvSpPr>
          <p:cNvPr id="203" name="Google Shape;203;p35"/>
          <p:cNvSpPr>
            <a:spLocks noGrp="1"/>
          </p:cNvSpPr>
          <p:nvPr>
            <p:ph type="pic" idx="3"/>
          </p:nvPr>
        </p:nvSpPr>
        <p:spPr>
          <a:xfrm>
            <a:off x="5754276" y="326102"/>
            <a:ext cx="5903100" cy="4183800"/>
          </a:xfrm>
          <a:prstGeom prst="rect">
            <a:avLst/>
          </a:prstGeom>
        </p:spPr>
        <p:txBody>
          <a:bodyPr spcFirstLastPara="1" wrap="square" lIns="51600" tIns="25800" rIns="51600" bIns="25800" anchor="t" anchorCtr="0">
            <a:noAutofit/>
          </a:bodyPr>
          <a:lstStyle/>
          <a:p>
            <a:pPr marL="0" lvl="0" indent="0" algn="l" rtl="0">
              <a:spcBef>
                <a:spcPts val="800"/>
              </a:spcBef>
              <a:spcAft>
                <a:spcPts val="0"/>
              </a:spcAft>
              <a:buNone/>
            </a:pPr>
            <a:r>
              <a:rPr lang="en"/>
              <a:t> </a:t>
            </a:r>
            <a:endParaRPr/>
          </a:p>
        </p:txBody>
      </p:sp>
      <p:sp>
        <p:nvSpPr>
          <p:cNvPr id="204" name="Google Shape;204;p35"/>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1F1AB8F7-CB8E-6E96-20D2-9D89F49C057F}"/>
              </a:ext>
            </a:extLst>
          </p:cNvPr>
          <p:cNvSpPr/>
          <p:nvPr/>
        </p:nvSpPr>
        <p:spPr>
          <a:xfrm>
            <a:off x="6096000" y="912856"/>
            <a:ext cx="4536821" cy="5039360"/>
          </a:xfrm>
          <a:prstGeom prst="roundRect">
            <a:avLst>
              <a:gd name="adj" fmla="val 7164"/>
            </a:avLst>
          </a:prstGeom>
          <a:solidFill>
            <a:schemeClr val="tx2">
              <a:alpha val="10000"/>
            </a:schemeClr>
          </a:solidFill>
          <a:ln w="508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SE" sz="2400" dirty="0">
              <a:solidFill>
                <a:schemeClr val="tx2"/>
              </a:solidFill>
              <a:latin typeface="+mj-lt"/>
            </a:endParaRPr>
          </a:p>
        </p:txBody>
      </p:sp>
      <p:sp>
        <p:nvSpPr>
          <p:cNvPr id="210" name="Google Shape;210;p36"/>
          <p:cNvSpPr txBox="1">
            <a:spLocks noGrp="1"/>
          </p:cNvSpPr>
          <p:nvPr>
            <p:ph type="title"/>
          </p:nvPr>
        </p:nvSpPr>
        <p:spPr>
          <a:xfrm>
            <a:off x="1148135" y="3432536"/>
            <a:ext cx="10509300" cy="613500"/>
          </a:xfrm>
          <a:prstGeom prst="rect">
            <a:avLst/>
          </a:prstGeom>
        </p:spPr>
        <p:txBody>
          <a:bodyPr spcFirstLastPara="1" wrap="square" lIns="91400" tIns="45700" rIns="91400" bIns="45700" anchor="t" anchorCtr="0">
            <a:noAutofit/>
          </a:bodyPr>
          <a:lstStyle/>
          <a:p>
            <a:pPr marL="0" lvl="0" indent="0" algn="l" rtl="0">
              <a:spcBef>
                <a:spcPts val="0"/>
              </a:spcBef>
              <a:spcAft>
                <a:spcPts val="0"/>
              </a:spcAft>
              <a:buNone/>
            </a:pPr>
            <a:r>
              <a:rPr lang="en" sz="3500" dirty="0"/>
              <a:t>Data Collection</a:t>
            </a:r>
            <a:endParaRPr sz="3500" dirty="0"/>
          </a:p>
        </p:txBody>
      </p:sp>
      <p:sp>
        <p:nvSpPr>
          <p:cNvPr id="214" name="Google Shape;214;p36"/>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2</a:t>
            </a:fld>
            <a:endParaRPr/>
          </a:p>
        </p:txBody>
      </p:sp>
      <p:sp>
        <p:nvSpPr>
          <p:cNvPr id="3" name="Rectangle: Rounded Corners 2">
            <a:extLst>
              <a:ext uri="{FF2B5EF4-FFF2-40B4-BE49-F238E27FC236}">
                <a16:creationId xmlns:a16="http://schemas.microsoft.com/office/drawing/2014/main" id="{325CF110-A1B1-ED1A-C5C3-D6ECB16648C8}"/>
              </a:ext>
            </a:extLst>
          </p:cNvPr>
          <p:cNvSpPr/>
          <p:nvPr/>
        </p:nvSpPr>
        <p:spPr>
          <a:xfrm>
            <a:off x="6614161" y="3451026"/>
            <a:ext cx="3474720" cy="896112"/>
          </a:xfrm>
          <a:prstGeom prst="roundRect">
            <a:avLst>
              <a:gd name="adj" fmla="val 26871"/>
            </a:avLst>
          </a:prstGeom>
          <a:no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dirty="0">
                <a:solidFill>
                  <a:schemeClr val="tx2"/>
                </a:solidFill>
                <a:latin typeface="+mj-lt"/>
              </a:rPr>
              <a:t>On-device Training</a:t>
            </a:r>
            <a:endParaRPr lang="en-SE" sz="2400" dirty="0">
              <a:solidFill>
                <a:schemeClr val="tx2"/>
              </a:solidFill>
              <a:latin typeface="+mj-lt"/>
            </a:endParaRPr>
          </a:p>
        </p:txBody>
      </p:sp>
      <p:sp>
        <p:nvSpPr>
          <p:cNvPr id="4" name="Rectangle: Rounded Corners 3">
            <a:extLst>
              <a:ext uri="{FF2B5EF4-FFF2-40B4-BE49-F238E27FC236}">
                <a16:creationId xmlns:a16="http://schemas.microsoft.com/office/drawing/2014/main" id="{CC82B88C-4ABD-8A6D-A485-9C61B970BFE5}"/>
              </a:ext>
            </a:extLst>
          </p:cNvPr>
          <p:cNvSpPr/>
          <p:nvPr/>
        </p:nvSpPr>
        <p:spPr>
          <a:xfrm>
            <a:off x="6614161" y="4582036"/>
            <a:ext cx="3474720" cy="896112"/>
          </a:xfrm>
          <a:prstGeom prst="roundRect">
            <a:avLst>
              <a:gd name="adj" fmla="val 26871"/>
            </a:avLst>
          </a:prstGeom>
          <a:no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dirty="0">
                <a:solidFill>
                  <a:schemeClr val="tx2"/>
                </a:solidFill>
                <a:latin typeface="+mj-lt"/>
              </a:rPr>
              <a:t>Federated Learning</a:t>
            </a:r>
            <a:endParaRPr lang="en-SE" sz="2400" dirty="0">
              <a:solidFill>
                <a:schemeClr val="tx2"/>
              </a:solidFill>
              <a:latin typeface="+mj-lt"/>
            </a:endParaRPr>
          </a:p>
        </p:txBody>
      </p:sp>
      <p:cxnSp>
        <p:nvCxnSpPr>
          <p:cNvPr id="6" name="Straight Connector 5">
            <a:extLst>
              <a:ext uri="{FF2B5EF4-FFF2-40B4-BE49-F238E27FC236}">
                <a16:creationId xmlns:a16="http://schemas.microsoft.com/office/drawing/2014/main" id="{FAF6B958-714B-9113-150B-3CA766E0B5C3}"/>
              </a:ext>
            </a:extLst>
          </p:cNvPr>
          <p:cNvCxnSpPr>
            <a:cxnSpLocks/>
            <a:stCxn id="2" idx="2"/>
            <a:endCxn id="3" idx="0"/>
          </p:cNvCxnSpPr>
          <p:nvPr/>
        </p:nvCxnSpPr>
        <p:spPr>
          <a:xfrm>
            <a:off x="8351521" y="3216128"/>
            <a:ext cx="0" cy="234898"/>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FC9F543-B93C-9CF3-344D-49E4D7246F7E}"/>
              </a:ext>
            </a:extLst>
          </p:cNvPr>
          <p:cNvCxnSpPr>
            <a:cxnSpLocks/>
            <a:stCxn id="3" idx="2"/>
            <a:endCxn id="4" idx="0"/>
          </p:cNvCxnSpPr>
          <p:nvPr/>
        </p:nvCxnSpPr>
        <p:spPr>
          <a:xfrm>
            <a:off x="8351521" y="4347138"/>
            <a:ext cx="0" cy="234898"/>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Rectangle: Rounded Corners 1">
            <a:extLst>
              <a:ext uri="{FF2B5EF4-FFF2-40B4-BE49-F238E27FC236}">
                <a16:creationId xmlns:a16="http://schemas.microsoft.com/office/drawing/2014/main" id="{2110F55D-1597-F5DC-CF32-76E8E37DA1EA}"/>
              </a:ext>
            </a:extLst>
          </p:cNvPr>
          <p:cNvSpPr/>
          <p:nvPr/>
        </p:nvSpPr>
        <p:spPr>
          <a:xfrm>
            <a:off x="6614161" y="2320016"/>
            <a:ext cx="3474720" cy="896112"/>
          </a:xfrm>
          <a:prstGeom prst="roundRect">
            <a:avLst>
              <a:gd name="adj" fmla="val 26871"/>
            </a:avLst>
          </a:prstGeom>
          <a:solidFill>
            <a:schemeClr val="tx2"/>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dirty="0">
                <a:latin typeface="+mj-lt"/>
              </a:rPr>
              <a:t>Data Collection</a:t>
            </a:r>
            <a:endParaRPr lang="en-SE" sz="2400" dirty="0">
              <a:latin typeface="+mj-lt"/>
            </a:endParaRPr>
          </a:p>
        </p:txBody>
      </p:sp>
      <p:sp>
        <p:nvSpPr>
          <p:cNvPr id="18" name="Rectangle: Rounded Corners 17">
            <a:extLst>
              <a:ext uri="{FF2B5EF4-FFF2-40B4-BE49-F238E27FC236}">
                <a16:creationId xmlns:a16="http://schemas.microsoft.com/office/drawing/2014/main" id="{00E902C4-043C-ED07-CB6B-8E243CB090DD}"/>
              </a:ext>
            </a:extLst>
          </p:cNvPr>
          <p:cNvSpPr/>
          <p:nvPr/>
        </p:nvSpPr>
        <p:spPr>
          <a:xfrm>
            <a:off x="6627050" y="1238616"/>
            <a:ext cx="3474720" cy="714770"/>
          </a:xfrm>
          <a:prstGeom prst="roundRect">
            <a:avLst>
              <a:gd name="adj" fmla="val 50000"/>
            </a:avLst>
          </a:prstGeom>
          <a:solidFill>
            <a:schemeClr val="lt1"/>
          </a:solidFill>
          <a:ln w="508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b="1" dirty="0">
                <a:solidFill>
                  <a:schemeClr val="tx2"/>
                </a:solidFill>
                <a:latin typeface="+mj-lt"/>
              </a:rPr>
              <a:t>CONTENTS</a:t>
            </a:r>
            <a:endParaRPr lang="en-SE" sz="2400" b="1" dirty="0">
              <a:solidFill>
                <a:schemeClr val="tx2"/>
              </a:solidFill>
              <a:latin typeface="+mj-lt"/>
            </a:endParaRPr>
          </a:p>
        </p:txBody>
      </p:sp>
    </p:spTree>
    <p:extLst>
      <p:ext uri="{BB962C8B-B14F-4D97-AF65-F5344CB8AC3E}">
        <p14:creationId xmlns:p14="http://schemas.microsoft.com/office/powerpoint/2010/main" val="3808655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40"/>
          <p:cNvSpPr txBox="1">
            <a:spLocks noGrp="1"/>
          </p:cNvSpPr>
          <p:nvPr>
            <p:ph type="title"/>
          </p:nvPr>
        </p:nvSpPr>
        <p:spPr>
          <a:xfrm>
            <a:off x="533062" y="182407"/>
            <a:ext cx="10325100" cy="831600"/>
          </a:xfrm>
          <a:prstGeom prst="rect">
            <a:avLst/>
          </a:prstGeom>
        </p:spPr>
        <p:txBody>
          <a:bodyPr spcFirstLastPara="1" wrap="square" lIns="216000" tIns="108000" rIns="216000" bIns="108000" anchor="t" anchorCtr="0">
            <a:noAutofit/>
          </a:bodyPr>
          <a:lstStyle/>
          <a:p>
            <a:pPr>
              <a:spcAft>
                <a:spcPts val="1600"/>
              </a:spcAft>
            </a:pPr>
            <a:r>
              <a:rPr lang="en" dirty="0"/>
              <a:t>Data</a:t>
            </a:r>
            <a:r>
              <a:rPr lang="en-US" dirty="0"/>
              <a:t>set</a:t>
            </a:r>
            <a:r>
              <a:rPr lang="zh-CN" altLang="en-US" dirty="0"/>
              <a:t> </a:t>
            </a:r>
            <a:r>
              <a:rPr lang="en-US" altLang="zh-CN" dirty="0"/>
              <a:t>-</a:t>
            </a:r>
            <a:r>
              <a:rPr lang="zh-CN" altLang="en-US" dirty="0"/>
              <a:t> </a:t>
            </a:r>
            <a:r>
              <a:rPr lang="en-US" dirty="0"/>
              <a:t>acoustic dataset of brushless DC motors</a:t>
            </a:r>
            <a:endParaRPr dirty="0"/>
          </a:p>
        </p:txBody>
      </p:sp>
      <p:sp>
        <p:nvSpPr>
          <p:cNvPr id="250" name="Google Shape;250;p40"/>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3</a:t>
            </a:fld>
            <a:endParaRPr/>
          </a:p>
        </p:txBody>
      </p:sp>
      <p:grpSp>
        <p:nvGrpSpPr>
          <p:cNvPr id="18" name="Group 17">
            <a:extLst>
              <a:ext uri="{FF2B5EF4-FFF2-40B4-BE49-F238E27FC236}">
                <a16:creationId xmlns:a16="http://schemas.microsoft.com/office/drawing/2014/main" id="{64B2B146-7529-1A62-7608-2FC0ACD323BE}"/>
              </a:ext>
            </a:extLst>
          </p:cNvPr>
          <p:cNvGrpSpPr/>
          <p:nvPr/>
        </p:nvGrpSpPr>
        <p:grpSpPr>
          <a:xfrm>
            <a:off x="537884" y="1160452"/>
            <a:ext cx="11116231" cy="5135604"/>
            <a:chOff x="650779" y="1232361"/>
            <a:chExt cx="11116231" cy="5135604"/>
          </a:xfrm>
        </p:grpSpPr>
        <p:cxnSp>
          <p:nvCxnSpPr>
            <p:cNvPr id="273" name="Straight Connector 272">
              <a:extLst>
                <a:ext uri="{FF2B5EF4-FFF2-40B4-BE49-F238E27FC236}">
                  <a16:creationId xmlns:a16="http://schemas.microsoft.com/office/drawing/2014/main" id="{2F1E20E3-6881-5D00-DAAA-D05BBA24DDA5}"/>
                </a:ext>
              </a:extLst>
            </p:cNvPr>
            <p:cNvCxnSpPr>
              <a:cxnSpLocks/>
            </p:cNvCxnSpPr>
            <p:nvPr/>
          </p:nvCxnSpPr>
          <p:spPr>
            <a:xfrm>
              <a:off x="2344594" y="3768367"/>
              <a:ext cx="7502811" cy="0"/>
            </a:xfrm>
            <a:prstGeom prst="line">
              <a:avLst/>
            </a:prstGeom>
            <a:ln w="12700" cap="rnd">
              <a:solidFill>
                <a:schemeClr val="tx2"/>
              </a:solidFill>
              <a:prstDash val="sysDash"/>
            </a:ln>
          </p:spPr>
          <p:style>
            <a:lnRef idx="1">
              <a:schemeClr val="accent1"/>
            </a:lnRef>
            <a:fillRef idx="0">
              <a:schemeClr val="accent1"/>
            </a:fillRef>
            <a:effectRef idx="0">
              <a:schemeClr val="accent1"/>
            </a:effectRef>
            <a:fontRef idx="minor">
              <a:schemeClr val="tx1"/>
            </a:fontRef>
          </p:style>
        </p:cxnSp>
        <p:sp>
          <p:nvSpPr>
            <p:cNvPr id="215" name="Rectangle: Rounded Corners 214">
              <a:extLst>
                <a:ext uri="{FF2B5EF4-FFF2-40B4-BE49-F238E27FC236}">
                  <a16:creationId xmlns:a16="http://schemas.microsoft.com/office/drawing/2014/main" id="{866B794E-B3CD-41FF-7AE6-E889C45A0C36}"/>
                </a:ext>
              </a:extLst>
            </p:cNvPr>
            <p:cNvSpPr/>
            <p:nvPr/>
          </p:nvSpPr>
          <p:spPr>
            <a:xfrm>
              <a:off x="3116475" y="2966148"/>
              <a:ext cx="381251" cy="3401817"/>
            </a:xfrm>
            <a:prstGeom prst="roundRect">
              <a:avLst>
                <a:gd name="adj" fmla="val 26871"/>
              </a:avLst>
            </a:prstGeom>
            <a:solidFill>
              <a:schemeClr val="tx2">
                <a:alpha val="21000"/>
              </a:schemeClr>
            </a:solidFill>
            <a:ln w="508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800" b="1" dirty="0">
                <a:solidFill>
                  <a:schemeClr val="tx2"/>
                </a:solidFill>
                <a:latin typeface="+mj-lt"/>
              </a:endParaRPr>
            </a:p>
          </p:txBody>
        </p:sp>
        <p:sp>
          <p:nvSpPr>
            <p:cNvPr id="224" name="Rectangle: Rounded Corners 223">
              <a:extLst>
                <a:ext uri="{FF2B5EF4-FFF2-40B4-BE49-F238E27FC236}">
                  <a16:creationId xmlns:a16="http://schemas.microsoft.com/office/drawing/2014/main" id="{1F6ED778-9A99-9549-A387-B3B92D38F264}"/>
                </a:ext>
              </a:extLst>
            </p:cNvPr>
            <p:cNvSpPr/>
            <p:nvPr/>
          </p:nvSpPr>
          <p:spPr>
            <a:xfrm>
              <a:off x="3657676" y="2966149"/>
              <a:ext cx="381251" cy="2727482"/>
            </a:xfrm>
            <a:prstGeom prst="roundRect">
              <a:avLst>
                <a:gd name="adj" fmla="val 26871"/>
              </a:avLst>
            </a:prstGeom>
            <a:solidFill>
              <a:schemeClr val="tx2">
                <a:alpha val="21000"/>
              </a:schemeClr>
            </a:solidFill>
            <a:ln w="508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800" b="1" dirty="0">
                <a:solidFill>
                  <a:schemeClr val="tx2"/>
                </a:solidFill>
                <a:latin typeface="+mj-lt"/>
              </a:endParaRPr>
            </a:p>
          </p:txBody>
        </p:sp>
        <p:sp>
          <p:nvSpPr>
            <p:cNvPr id="233" name="Rectangle: Rounded Corners 232">
              <a:extLst>
                <a:ext uri="{FF2B5EF4-FFF2-40B4-BE49-F238E27FC236}">
                  <a16:creationId xmlns:a16="http://schemas.microsoft.com/office/drawing/2014/main" id="{C70EB6DE-471D-3EB3-D924-DFEA33A55755}"/>
                </a:ext>
              </a:extLst>
            </p:cNvPr>
            <p:cNvSpPr/>
            <p:nvPr/>
          </p:nvSpPr>
          <p:spPr>
            <a:xfrm>
              <a:off x="5905701" y="2966149"/>
              <a:ext cx="381251" cy="3089474"/>
            </a:xfrm>
            <a:prstGeom prst="roundRect">
              <a:avLst>
                <a:gd name="adj" fmla="val 26871"/>
              </a:avLst>
            </a:prstGeom>
            <a:solidFill>
              <a:schemeClr val="tx2">
                <a:alpha val="21000"/>
              </a:schemeClr>
            </a:solidFill>
            <a:ln w="508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800" b="1" dirty="0">
                <a:solidFill>
                  <a:schemeClr val="tx2"/>
                </a:solidFill>
                <a:latin typeface="+mj-lt"/>
              </a:endParaRPr>
            </a:p>
          </p:txBody>
        </p:sp>
        <p:sp>
          <p:nvSpPr>
            <p:cNvPr id="242" name="Rectangle: Rounded Corners 241">
              <a:extLst>
                <a:ext uri="{FF2B5EF4-FFF2-40B4-BE49-F238E27FC236}">
                  <a16:creationId xmlns:a16="http://schemas.microsoft.com/office/drawing/2014/main" id="{543A540A-0F01-257A-C777-49B32132D660}"/>
                </a:ext>
              </a:extLst>
            </p:cNvPr>
            <p:cNvSpPr/>
            <p:nvPr/>
          </p:nvSpPr>
          <p:spPr>
            <a:xfrm>
              <a:off x="8444355" y="2966149"/>
              <a:ext cx="381251" cy="2727482"/>
            </a:xfrm>
            <a:prstGeom prst="roundRect">
              <a:avLst>
                <a:gd name="adj" fmla="val 26871"/>
              </a:avLst>
            </a:prstGeom>
            <a:solidFill>
              <a:schemeClr val="tx2">
                <a:alpha val="21000"/>
              </a:schemeClr>
            </a:solidFill>
            <a:ln w="508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800" b="1" dirty="0">
                <a:solidFill>
                  <a:schemeClr val="tx2"/>
                </a:solidFill>
                <a:latin typeface="+mj-lt"/>
              </a:endParaRPr>
            </a:p>
          </p:txBody>
        </p:sp>
        <p:sp>
          <p:nvSpPr>
            <p:cNvPr id="254" name="Rectangle: Rounded Corners 253">
              <a:extLst>
                <a:ext uri="{FF2B5EF4-FFF2-40B4-BE49-F238E27FC236}">
                  <a16:creationId xmlns:a16="http://schemas.microsoft.com/office/drawing/2014/main" id="{25131943-3314-E72E-369F-D8A99522E7CA}"/>
                </a:ext>
              </a:extLst>
            </p:cNvPr>
            <p:cNvSpPr/>
            <p:nvPr/>
          </p:nvSpPr>
          <p:spPr>
            <a:xfrm>
              <a:off x="8969307" y="2966148"/>
              <a:ext cx="381251" cy="3401817"/>
            </a:xfrm>
            <a:prstGeom prst="roundRect">
              <a:avLst>
                <a:gd name="adj" fmla="val 26871"/>
              </a:avLst>
            </a:prstGeom>
            <a:solidFill>
              <a:schemeClr val="tx2">
                <a:alpha val="21000"/>
              </a:schemeClr>
            </a:solidFill>
            <a:ln w="508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800" b="1" dirty="0">
                <a:solidFill>
                  <a:schemeClr val="tx2"/>
                </a:solidFill>
                <a:latin typeface="+mj-lt"/>
              </a:endParaRPr>
            </a:p>
          </p:txBody>
        </p:sp>
        <p:sp>
          <p:nvSpPr>
            <p:cNvPr id="8" name="Rectangle: Rounded Corners 7">
              <a:extLst>
                <a:ext uri="{FF2B5EF4-FFF2-40B4-BE49-F238E27FC236}">
                  <a16:creationId xmlns:a16="http://schemas.microsoft.com/office/drawing/2014/main" id="{F5F2AF70-7F04-CBC8-70D8-63880BA41428}"/>
                </a:ext>
              </a:extLst>
            </p:cNvPr>
            <p:cNvSpPr/>
            <p:nvPr/>
          </p:nvSpPr>
          <p:spPr>
            <a:xfrm>
              <a:off x="650779" y="2274804"/>
              <a:ext cx="3900902" cy="1412279"/>
            </a:xfrm>
            <a:prstGeom prst="roundRect">
              <a:avLst>
                <a:gd name="adj" fmla="val 26588"/>
              </a:avLst>
            </a:prstGeom>
            <a:solidFill>
              <a:schemeClr val="tx2">
                <a:alpha val="10000"/>
              </a:schemeClr>
            </a:solidFill>
            <a:ln w="508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SE" sz="2400" dirty="0">
                <a:solidFill>
                  <a:schemeClr val="tx2"/>
                </a:solidFill>
                <a:latin typeface="+mj-lt"/>
              </a:endParaRPr>
            </a:p>
          </p:txBody>
        </p:sp>
        <p:sp>
          <p:nvSpPr>
            <p:cNvPr id="3" name="Rectangle: Rounded Corners 2">
              <a:extLst>
                <a:ext uri="{FF2B5EF4-FFF2-40B4-BE49-F238E27FC236}">
                  <a16:creationId xmlns:a16="http://schemas.microsoft.com/office/drawing/2014/main" id="{B1BB7186-D997-5043-4566-B672A22DD628}"/>
                </a:ext>
              </a:extLst>
            </p:cNvPr>
            <p:cNvSpPr/>
            <p:nvPr/>
          </p:nvSpPr>
          <p:spPr>
            <a:xfrm>
              <a:off x="2344594" y="2532888"/>
              <a:ext cx="1902373" cy="896112"/>
            </a:xfrm>
            <a:prstGeom prst="roundRect">
              <a:avLst>
                <a:gd name="adj" fmla="val 26871"/>
              </a:avLst>
            </a:prstGeom>
            <a:solidFill>
              <a:schemeClr val="tx2"/>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ctr"/>
              <a:r>
                <a:rPr lang="en-US" sz="1800" dirty="0">
                  <a:latin typeface="+mj-lt"/>
                </a:rPr>
                <a:t>Healthy</a:t>
              </a:r>
            </a:p>
          </p:txBody>
        </p:sp>
        <p:sp>
          <p:nvSpPr>
            <p:cNvPr id="204" name="Rectangle: Rounded Corners 203">
              <a:extLst>
                <a:ext uri="{FF2B5EF4-FFF2-40B4-BE49-F238E27FC236}">
                  <a16:creationId xmlns:a16="http://schemas.microsoft.com/office/drawing/2014/main" id="{469AB17B-6142-4D32-0F87-EE0CD0AB31CB}"/>
                </a:ext>
              </a:extLst>
            </p:cNvPr>
            <p:cNvSpPr/>
            <p:nvPr/>
          </p:nvSpPr>
          <p:spPr>
            <a:xfrm>
              <a:off x="2564563" y="2966148"/>
              <a:ext cx="381251" cy="3401817"/>
            </a:xfrm>
            <a:prstGeom prst="roundRect">
              <a:avLst>
                <a:gd name="adj" fmla="val 26871"/>
              </a:avLst>
            </a:prstGeom>
            <a:solidFill>
              <a:schemeClr val="tx2">
                <a:alpha val="21000"/>
              </a:schemeClr>
            </a:solidFill>
            <a:ln w="508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800" b="1" dirty="0">
                <a:solidFill>
                  <a:schemeClr val="tx2"/>
                </a:solidFill>
                <a:latin typeface="+mj-lt"/>
              </a:endParaRPr>
            </a:p>
          </p:txBody>
        </p:sp>
        <p:sp>
          <p:nvSpPr>
            <p:cNvPr id="7" name="Rectangle: Rounded Corners 6">
              <a:extLst>
                <a:ext uri="{FF2B5EF4-FFF2-40B4-BE49-F238E27FC236}">
                  <a16:creationId xmlns:a16="http://schemas.microsoft.com/office/drawing/2014/main" id="{461FDF56-9EDD-E766-9425-BF4DE30870CF}"/>
                </a:ext>
              </a:extLst>
            </p:cNvPr>
            <p:cNvSpPr/>
            <p:nvPr/>
          </p:nvSpPr>
          <p:spPr>
            <a:xfrm>
              <a:off x="4897119" y="2274804"/>
              <a:ext cx="6869891" cy="1412279"/>
            </a:xfrm>
            <a:prstGeom prst="roundRect">
              <a:avLst>
                <a:gd name="adj" fmla="val 26588"/>
              </a:avLst>
            </a:prstGeom>
            <a:solidFill>
              <a:schemeClr val="tx2">
                <a:alpha val="10000"/>
              </a:schemeClr>
            </a:solidFill>
            <a:ln w="508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SE" sz="2400" dirty="0">
                <a:solidFill>
                  <a:schemeClr val="tx2"/>
                </a:solidFill>
                <a:latin typeface="+mj-lt"/>
              </a:endParaRPr>
            </a:p>
          </p:txBody>
        </p:sp>
        <p:sp>
          <p:nvSpPr>
            <p:cNvPr id="2" name="Rectangle: Rounded Corners 1">
              <a:extLst>
                <a:ext uri="{FF2B5EF4-FFF2-40B4-BE49-F238E27FC236}">
                  <a16:creationId xmlns:a16="http://schemas.microsoft.com/office/drawing/2014/main" id="{CC19A922-C8E6-5330-8277-2F4A55DD87C0}"/>
                </a:ext>
              </a:extLst>
            </p:cNvPr>
            <p:cNvSpPr/>
            <p:nvPr/>
          </p:nvSpPr>
          <p:spPr>
            <a:xfrm>
              <a:off x="4358640" y="1232361"/>
              <a:ext cx="3474720" cy="692957"/>
            </a:xfrm>
            <a:prstGeom prst="roundRect">
              <a:avLst>
                <a:gd name="adj" fmla="val 26871"/>
              </a:avLst>
            </a:prstGeom>
            <a:solidFill>
              <a:schemeClr val="tx2"/>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800" dirty="0">
                  <a:latin typeface="+mj-lt"/>
                </a:rPr>
                <a:t>Data</a:t>
              </a:r>
              <a:r>
                <a:rPr lang="en-US" altLang="zh-CN" sz="1800" dirty="0">
                  <a:latin typeface="+mj-lt"/>
                </a:rPr>
                <a:t>set</a:t>
              </a:r>
            </a:p>
            <a:p>
              <a:pPr algn="ctr"/>
              <a:r>
                <a:rPr lang="en-US" altLang="zh-CN" sz="1800" dirty="0">
                  <a:latin typeface="+mj-lt"/>
                </a:rPr>
                <a:t>(Data in Brief *)</a:t>
              </a:r>
              <a:endParaRPr lang="en-SE" sz="1800" dirty="0">
                <a:latin typeface="+mj-lt"/>
              </a:endParaRPr>
            </a:p>
          </p:txBody>
        </p:sp>
        <p:sp>
          <p:nvSpPr>
            <p:cNvPr id="5" name="Rectangle: Rounded Corners 4">
              <a:extLst>
                <a:ext uri="{FF2B5EF4-FFF2-40B4-BE49-F238E27FC236}">
                  <a16:creationId xmlns:a16="http://schemas.microsoft.com/office/drawing/2014/main" id="{9CB1C592-85FD-63C9-967E-CAAB2FAE6F48}"/>
                </a:ext>
              </a:extLst>
            </p:cNvPr>
            <p:cNvSpPr/>
            <p:nvPr/>
          </p:nvSpPr>
          <p:spPr>
            <a:xfrm>
              <a:off x="5144814" y="2532885"/>
              <a:ext cx="1902373" cy="896112"/>
            </a:xfrm>
            <a:prstGeom prst="roundRect">
              <a:avLst>
                <a:gd name="adj" fmla="val 26871"/>
              </a:avLst>
            </a:prstGeom>
            <a:solidFill>
              <a:schemeClr val="tx2"/>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ctr"/>
              <a:r>
                <a:rPr lang="en-US" sz="1800" dirty="0">
                  <a:latin typeface="+mj-lt"/>
                </a:rPr>
                <a:t>Bearing</a:t>
              </a:r>
            </a:p>
            <a:p>
              <a:pPr algn="ctr"/>
              <a:endParaRPr lang="en-US" sz="1800" dirty="0">
                <a:latin typeface="+mj-lt"/>
              </a:endParaRPr>
            </a:p>
          </p:txBody>
        </p:sp>
        <p:sp>
          <p:nvSpPr>
            <p:cNvPr id="6" name="Rectangle: Rounded Corners 5">
              <a:extLst>
                <a:ext uri="{FF2B5EF4-FFF2-40B4-BE49-F238E27FC236}">
                  <a16:creationId xmlns:a16="http://schemas.microsoft.com/office/drawing/2014/main" id="{1AC5BA7D-991E-1EFA-17AF-0915E347ECE2}"/>
                </a:ext>
              </a:extLst>
            </p:cNvPr>
            <p:cNvSpPr/>
            <p:nvPr/>
          </p:nvSpPr>
          <p:spPr>
            <a:xfrm>
              <a:off x="7945032" y="2532888"/>
              <a:ext cx="1902373" cy="896112"/>
            </a:xfrm>
            <a:prstGeom prst="roundRect">
              <a:avLst>
                <a:gd name="adj" fmla="val 26871"/>
              </a:avLst>
            </a:prstGeom>
            <a:solidFill>
              <a:schemeClr val="tx2"/>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ctr"/>
              <a:r>
                <a:rPr lang="en-US" sz="1800" dirty="0">
                  <a:latin typeface="+mj-lt"/>
                </a:rPr>
                <a:t>Propeller</a:t>
              </a:r>
            </a:p>
          </p:txBody>
        </p:sp>
        <p:sp>
          <p:nvSpPr>
            <p:cNvPr id="9" name="TextBox 8">
              <a:extLst>
                <a:ext uri="{FF2B5EF4-FFF2-40B4-BE49-F238E27FC236}">
                  <a16:creationId xmlns:a16="http://schemas.microsoft.com/office/drawing/2014/main" id="{D7F8BA0E-E409-6992-C258-353FBCA229FD}"/>
                </a:ext>
              </a:extLst>
            </p:cNvPr>
            <p:cNvSpPr txBox="1"/>
            <p:nvPr/>
          </p:nvSpPr>
          <p:spPr>
            <a:xfrm>
              <a:off x="828027" y="2627000"/>
              <a:ext cx="1343848" cy="707886"/>
            </a:xfrm>
            <a:prstGeom prst="rect">
              <a:avLst/>
            </a:prstGeom>
            <a:noFill/>
          </p:spPr>
          <p:txBody>
            <a:bodyPr wrap="square">
              <a:spAutoFit/>
            </a:bodyPr>
            <a:lstStyle/>
            <a:p>
              <a:pPr algn="ctr"/>
              <a:r>
                <a:rPr lang="en-US" sz="2000" b="1" dirty="0">
                  <a:solidFill>
                    <a:schemeClr val="tx2"/>
                  </a:solidFill>
                  <a:latin typeface="+mj-lt"/>
                </a:rPr>
                <a:t>H</a:t>
              </a:r>
              <a:r>
                <a:rPr lang="en-US" altLang="zh-CN" sz="2000" b="1" dirty="0">
                  <a:solidFill>
                    <a:schemeClr val="tx2"/>
                  </a:solidFill>
                  <a:latin typeface="+mj-lt"/>
                </a:rPr>
                <a:t>ealthy</a:t>
              </a:r>
            </a:p>
            <a:p>
              <a:pPr algn="ctr"/>
              <a:r>
                <a:rPr lang="en-US" altLang="zh-CN" sz="2000" b="1" dirty="0">
                  <a:solidFill>
                    <a:schemeClr val="tx2"/>
                  </a:solidFill>
                  <a:latin typeface="+mj-lt"/>
                </a:rPr>
                <a:t>(class 0)</a:t>
              </a:r>
              <a:endParaRPr lang="en-SE" sz="2000" b="1" dirty="0">
                <a:solidFill>
                  <a:schemeClr val="tx2"/>
                </a:solidFill>
                <a:latin typeface="+mj-lt"/>
              </a:endParaRPr>
            </a:p>
          </p:txBody>
        </p:sp>
        <p:sp>
          <p:nvSpPr>
            <p:cNvPr id="10" name="TextBox 9">
              <a:extLst>
                <a:ext uri="{FF2B5EF4-FFF2-40B4-BE49-F238E27FC236}">
                  <a16:creationId xmlns:a16="http://schemas.microsoft.com/office/drawing/2014/main" id="{A4E1D024-0CF5-76DF-0264-160AB851BB5B}"/>
                </a:ext>
              </a:extLst>
            </p:cNvPr>
            <p:cNvSpPr txBox="1"/>
            <p:nvPr/>
          </p:nvSpPr>
          <p:spPr>
            <a:xfrm>
              <a:off x="10197373" y="2627000"/>
              <a:ext cx="1343848" cy="707886"/>
            </a:xfrm>
            <a:prstGeom prst="rect">
              <a:avLst/>
            </a:prstGeom>
            <a:noFill/>
          </p:spPr>
          <p:txBody>
            <a:bodyPr wrap="square">
              <a:spAutoFit/>
            </a:bodyPr>
            <a:lstStyle/>
            <a:p>
              <a:pPr algn="ctr"/>
              <a:r>
                <a:rPr lang="en-US" sz="2000" b="1" dirty="0">
                  <a:solidFill>
                    <a:schemeClr val="tx2"/>
                  </a:solidFill>
                  <a:latin typeface="+mj-lt"/>
                </a:rPr>
                <a:t>Defect</a:t>
              </a:r>
              <a:endParaRPr lang="en-US" altLang="zh-CN" sz="2000" b="1" dirty="0">
                <a:solidFill>
                  <a:schemeClr val="tx2"/>
                </a:solidFill>
                <a:latin typeface="+mj-lt"/>
              </a:endParaRPr>
            </a:p>
            <a:p>
              <a:pPr algn="ctr"/>
              <a:r>
                <a:rPr lang="en-US" altLang="zh-CN" sz="2000" b="1" dirty="0">
                  <a:solidFill>
                    <a:schemeClr val="tx2"/>
                  </a:solidFill>
                  <a:latin typeface="+mj-lt"/>
                </a:rPr>
                <a:t>(class 1)</a:t>
              </a:r>
              <a:endParaRPr lang="en-SE" sz="2000" b="1" dirty="0">
                <a:solidFill>
                  <a:schemeClr val="tx2"/>
                </a:solidFill>
                <a:latin typeface="+mj-lt"/>
              </a:endParaRPr>
            </a:p>
          </p:txBody>
        </p:sp>
        <p:cxnSp>
          <p:nvCxnSpPr>
            <p:cNvPr id="12" name="Connector: Curved 11">
              <a:extLst>
                <a:ext uri="{FF2B5EF4-FFF2-40B4-BE49-F238E27FC236}">
                  <a16:creationId xmlns:a16="http://schemas.microsoft.com/office/drawing/2014/main" id="{35094CD8-1A4D-CE84-28F2-8128AEB04BC7}"/>
                </a:ext>
              </a:extLst>
            </p:cNvPr>
            <p:cNvCxnSpPr>
              <a:cxnSpLocks/>
              <a:stCxn id="2" idx="2"/>
              <a:endCxn id="3" idx="0"/>
            </p:cNvCxnSpPr>
            <p:nvPr/>
          </p:nvCxnSpPr>
          <p:spPr>
            <a:xfrm rot="5400000">
              <a:off x="4392106" y="828994"/>
              <a:ext cx="607570" cy="2800219"/>
            </a:xfrm>
            <a:prstGeom prst="curvedConnector3">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 name="Connector: Curved 12">
              <a:extLst>
                <a:ext uri="{FF2B5EF4-FFF2-40B4-BE49-F238E27FC236}">
                  <a16:creationId xmlns:a16="http://schemas.microsoft.com/office/drawing/2014/main" id="{8F7C7CD0-EA86-EB15-1D3A-DB3B3D9070BC}"/>
                </a:ext>
              </a:extLst>
            </p:cNvPr>
            <p:cNvCxnSpPr>
              <a:cxnSpLocks/>
              <a:stCxn id="2" idx="2"/>
              <a:endCxn id="6" idx="0"/>
            </p:cNvCxnSpPr>
            <p:nvPr/>
          </p:nvCxnSpPr>
          <p:spPr>
            <a:xfrm rot="16200000" flipH="1">
              <a:off x="7192324" y="828993"/>
              <a:ext cx="607570" cy="2800219"/>
            </a:xfrm>
            <a:prstGeom prst="curvedConnector3">
              <a:avLst>
                <a:gd name="adj1" fmla="val 50000"/>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 name="Connector: Curved 16">
              <a:extLst>
                <a:ext uri="{FF2B5EF4-FFF2-40B4-BE49-F238E27FC236}">
                  <a16:creationId xmlns:a16="http://schemas.microsoft.com/office/drawing/2014/main" id="{AF5DA089-95FD-46D4-E19B-9CDF515DBF0A}"/>
                </a:ext>
              </a:extLst>
            </p:cNvPr>
            <p:cNvCxnSpPr>
              <a:cxnSpLocks/>
              <a:stCxn id="2" idx="2"/>
              <a:endCxn id="5" idx="0"/>
            </p:cNvCxnSpPr>
            <p:nvPr/>
          </p:nvCxnSpPr>
          <p:spPr>
            <a:xfrm rot="16200000" flipH="1">
              <a:off x="5792217" y="2229100"/>
              <a:ext cx="607567" cy="1"/>
            </a:xfrm>
            <a:prstGeom prst="curvedConnector3">
              <a:avLst>
                <a:gd name="adj1" fmla="val 50000"/>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B7C3E91B-CF49-6E3B-F415-96273F620ADE}"/>
                </a:ext>
              </a:extLst>
            </p:cNvPr>
            <p:cNvSpPr/>
            <p:nvPr/>
          </p:nvSpPr>
          <p:spPr>
            <a:xfrm>
              <a:off x="5905374" y="2971935"/>
              <a:ext cx="381250" cy="390737"/>
            </a:xfrm>
            <a:prstGeom prst="roundRect">
              <a:avLst>
                <a:gd name="adj" fmla="val 26871"/>
              </a:avLst>
            </a:prstGeom>
            <a:solidFill>
              <a:schemeClr val="bg1"/>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800" b="1" dirty="0">
                  <a:solidFill>
                    <a:schemeClr val="tx2"/>
                  </a:solidFill>
                  <a:latin typeface="+mj-lt"/>
                </a:rPr>
                <a:t>7</a:t>
              </a:r>
            </a:p>
          </p:txBody>
        </p:sp>
        <p:sp>
          <p:nvSpPr>
            <p:cNvPr id="23" name="Rectangle: Rounded Corners 22">
              <a:extLst>
                <a:ext uri="{FF2B5EF4-FFF2-40B4-BE49-F238E27FC236}">
                  <a16:creationId xmlns:a16="http://schemas.microsoft.com/office/drawing/2014/main" id="{20D0D820-ED29-1C91-E7BC-516F7F81543A}"/>
                </a:ext>
              </a:extLst>
            </p:cNvPr>
            <p:cNvSpPr/>
            <p:nvPr/>
          </p:nvSpPr>
          <p:spPr>
            <a:xfrm>
              <a:off x="8448886" y="2971935"/>
              <a:ext cx="381250" cy="390737"/>
            </a:xfrm>
            <a:prstGeom prst="roundRect">
              <a:avLst>
                <a:gd name="adj" fmla="val 26871"/>
              </a:avLst>
            </a:prstGeom>
            <a:solidFill>
              <a:schemeClr val="bg1"/>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800" b="1" dirty="0">
                  <a:solidFill>
                    <a:schemeClr val="tx2"/>
                  </a:solidFill>
                  <a:latin typeface="+mj-lt"/>
                </a:rPr>
                <a:t>6</a:t>
              </a:r>
            </a:p>
          </p:txBody>
        </p:sp>
        <p:sp>
          <p:nvSpPr>
            <p:cNvPr id="24" name="Rectangle: Rounded Corners 23">
              <a:extLst>
                <a:ext uri="{FF2B5EF4-FFF2-40B4-BE49-F238E27FC236}">
                  <a16:creationId xmlns:a16="http://schemas.microsoft.com/office/drawing/2014/main" id="{37CB600C-4ACC-A435-D8FA-881C25C9A5B5}"/>
                </a:ext>
              </a:extLst>
            </p:cNvPr>
            <p:cNvSpPr/>
            <p:nvPr/>
          </p:nvSpPr>
          <p:spPr>
            <a:xfrm>
              <a:off x="8984949" y="2971935"/>
              <a:ext cx="381250" cy="390737"/>
            </a:xfrm>
            <a:prstGeom prst="roundRect">
              <a:avLst>
                <a:gd name="adj" fmla="val 26871"/>
              </a:avLst>
            </a:prstGeom>
            <a:solidFill>
              <a:schemeClr val="bg1"/>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800" b="1" dirty="0">
                  <a:solidFill>
                    <a:schemeClr val="tx2"/>
                  </a:solidFill>
                  <a:latin typeface="+mj-lt"/>
                </a:rPr>
                <a:t>8</a:t>
              </a:r>
            </a:p>
          </p:txBody>
        </p:sp>
        <p:sp>
          <p:nvSpPr>
            <p:cNvPr id="26" name="Rectangle: Rounded Corners 25">
              <a:extLst>
                <a:ext uri="{FF2B5EF4-FFF2-40B4-BE49-F238E27FC236}">
                  <a16:creationId xmlns:a16="http://schemas.microsoft.com/office/drawing/2014/main" id="{A2569F2F-B6C8-1411-28E6-A5BC1F77E1D0}"/>
                </a:ext>
              </a:extLst>
            </p:cNvPr>
            <p:cNvSpPr/>
            <p:nvPr/>
          </p:nvSpPr>
          <p:spPr>
            <a:xfrm>
              <a:off x="3105157" y="2971935"/>
              <a:ext cx="381250" cy="390737"/>
            </a:xfrm>
            <a:prstGeom prst="roundRect">
              <a:avLst>
                <a:gd name="adj" fmla="val 26871"/>
              </a:avLst>
            </a:prstGeom>
            <a:solidFill>
              <a:schemeClr val="bg1"/>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800" b="1" dirty="0">
                  <a:solidFill>
                    <a:schemeClr val="tx2"/>
                  </a:solidFill>
                  <a:latin typeface="+mj-lt"/>
                </a:rPr>
                <a:t>8</a:t>
              </a:r>
            </a:p>
          </p:txBody>
        </p:sp>
        <p:sp>
          <p:nvSpPr>
            <p:cNvPr id="27" name="Rectangle: Rounded Corners 26">
              <a:extLst>
                <a:ext uri="{FF2B5EF4-FFF2-40B4-BE49-F238E27FC236}">
                  <a16:creationId xmlns:a16="http://schemas.microsoft.com/office/drawing/2014/main" id="{C81265F9-637F-43B6-B666-3ACD54D25EDF}"/>
                </a:ext>
              </a:extLst>
            </p:cNvPr>
            <p:cNvSpPr/>
            <p:nvPr/>
          </p:nvSpPr>
          <p:spPr>
            <a:xfrm>
              <a:off x="3641220" y="2971935"/>
              <a:ext cx="381250" cy="390737"/>
            </a:xfrm>
            <a:prstGeom prst="roundRect">
              <a:avLst>
                <a:gd name="adj" fmla="val 26871"/>
              </a:avLst>
            </a:prstGeom>
            <a:solidFill>
              <a:schemeClr val="bg1"/>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800" b="1" dirty="0">
                  <a:solidFill>
                    <a:schemeClr val="tx2"/>
                  </a:solidFill>
                  <a:latin typeface="+mj-lt"/>
                </a:rPr>
                <a:t>6</a:t>
              </a:r>
            </a:p>
          </p:txBody>
        </p:sp>
        <p:sp>
          <p:nvSpPr>
            <p:cNvPr id="195" name="Rectangle: Rounded Corners 194">
              <a:extLst>
                <a:ext uri="{FF2B5EF4-FFF2-40B4-BE49-F238E27FC236}">
                  <a16:creationId xmlns:a16="http://schemas.microsoft.com/office/drawing/2014/main" id="{8F97EBD5-6889-B2DB-E227-49A9A23F7C78}"/>
                </a:ext>
              </a:extLst>
            </p:cNvPr>
            <p:cNvSpPr/>
            <p:nvPr/>
          </p:nvSpPr>
          <p:spPr>
            <a:xfrm>
              <a:off x="2569094" y="2971935"/>
              <a:ext cx="381250" cy="390737"/>
            </a:xfrm>
            <a:prstGeom prst="roundRect">
              <a:avLst>
                <a:gd name="adj" fmla="val 26871"/>
              </a:avLst>
            </a:prstGeom>
            <a:solidFill>
              <a:schemeClr val="bg1"/>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800" b="1" dirty="0">
                  <a:solidFill>
                    <a:schemeClr val="tx2"/>
                  </a:solidFill>
                  <a:latin typeface="+mj-lt"/>
                </a:rPr>
                <a:t>8</a:t>
              </a:r>
            </a:p>
          </p:txBody>
        </p:sp>
        <p:sp>
          <p:nvSpPr>
            <p:cNvPr id="206" name="Oval 205">
              <a:extLst>
                <a:ext uri="{FF2B5EF4-FFF2-40B4-BE49-F238E27FC236}">
                  <a16:creationId xmlns:a16="http://schemas.microsoft.com/office/drawing/2014/main" id="{4F3867C9-E985-011F-9F7E-05EEB29709D3}"/>
                </a:ext>
              </a:extLst>
            </p:cNvPr>
            <p:cNvSpPr/>
            <p:nvPr/>
          </p:nvSpPr>
          <p:spPr>
            <a:xfrm>
              <a:off x="2636480" y="3824247"/>
              <a:ext cx="241840" cy="241840"/>
            </a:xfrm>
            <a:prstGeom prst="ellipse">
              <a:avLst/>
            </a:prstGeom>
            <a:pattFill prst="wdUpDiag">
              <a:fgClr>
                <a:schemeClr val="tx2"/>
              </a:fgClr>
              <a:bgClr>
                <a:schemeClr val="bg1"/>
              </a:bgClr>
            </a:patt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07" name="Oval 206">
              <a:extLst>
                <a:ext uri="{FF2B5EF4-FFF2-40B4-BE49-F238E27FC236}">
                  <a16:creationId xmlns:a16="http://schemas.microsoft.com/office/drawing/2014/main" id="{3CCBBB54-35DD-52CD-7246-4B23C66F76E3}"/>
                </a:ext>
              </a:extLst>
            </p:cNvPr>
            <p:cNvSpPr/>
            <p:nvPr/>
          </p:nvSpPr>
          <p:spPr>
            <a:xfrm>
              <a:off x="2636480" y="4136587"/>
              <a:ext cx="241840" cy="241840"/>
            </a:xfrm>
            <a:prstGeom prst="ellipse">
              <a:avLst/>
            </a:prstGeom>
            <a:pattFill prst="wdUpDiag">
              <a:fgClr>
                <a:schemeClr val="tx2"/>
              </a:fgClr>
              <a:bgClr>
                <a:schemeClr val="bg1"/>
              </a:bgClr>
            </a:patt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08" name="Oval 207">
              <a:extLst>
                <a:ext uri="{FF2B5EF4-FFF2-40B4-BE49-F238E27FC236}">
                  <a16:creationId xmlns:a16="http://schemas.microsoft.com/office/drawing/2014/main" id="{FA19893C-6F9E-1142-10F8-46E8CB0F60E5}"/>
                </a:ext>
              </a:extLst>
            </p:cNvPr>
            <p:cNvSpPr/>
            <p:nvPr/>
          </p:nvSpPr>
          <p:spPr>
            <a:xfrm>
              <a:off x="2636480" y="4448927"/>
              <a:ext cx="241840" cy="241840"/>
            </a:xfrm>
            <a:prstGeom prst="ellipse">
              <a:avLst/>
            </a:prstGeom>
            <a:pattFill prst="wdDnDiag">
              <a:fgClr>
                <a:schemeClr val="tx2"/>
              </a:fgClr>
              <a:bgClr>
                <a:schemeClr val="bg1"/>
              </a:bgClr>
            </a:patt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10" name="Oval 209">
              <a:extLst>
                <a:ext uri="{FF2B5EF4-FFF2-40B4-BE49-F238E27FC236}">
                  <a16:creationId xmlns:a16="http://schemas.microsoft.com/office/drawing/2014/main" id="{68CA3986-2923-00F6-80B3-98DE595B18F4}"/>
                </a:ext>
              </a:extLst>
            </p:cNvPr>
            <p:cNvSpPr/>
            <p:nvPr/>
          </p:nvSpPr>
          <p:spPr>
            <a:xfrm>
              <a:off x="2636480" y="4761267"/>
              <a:ext cx="241840" cy="241840"/>
            </a:xfrm>
            <a:prstGeom prst="ellipse">
              <a:avLst/>
            </a:prstGeom>
            <a:pattFill prst="lgCheck">
              <a:fgClr>
                <a:schemeClr val="tx2"/>
              </a:fgClr>
              <a:bgClr>
                <a:schemeClr val="bg1"/>
              </a:bgClr>
            </a:patt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11" name="Oval 210">
              <a:extLst>
                <a:ext uri="{FF2B5EF4-FFF2-40B4-BE49-F238E27FC236}">
                  <a16:creationId xmlns:a16="http://schemas.microsoft.com/office/drawing/2014/main" id="{8A7DB7E4-970D-16D3-8601-576E6008DB62}"/>
                </a:ext>
              </a:extLst>
            </p:cNvPr>
            <p:cNvSpPr/>
            <p:nvPr/>
          </p:nvSpPr>
          <p:spPr>
            <a:xfrm>
              <a:off x="2636480" y="5068950"/>
              <a:ext cx="241840" cy="241840"/>
            </a:xfrm>
            <a:prstGeom prst="ellipse">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12" name="Oval 211">
              <a:extLst>
                <a:ext uri="{FF2B5EF4-FFF2-40B4-BE49-F238E27FC236}">
                  <a16:creationId xmlns:a16="http://schemas.microsoft.com/office/drawing/2014/main" id="{C738A14A-5BCC-DAD7-480B-5E677EF30F56}"/>
                </a:ext>
              </a:extLst>
            </p:cNvPr>
            <p:cNvSpPr/>
            <p:nvPr/>
          </p:nvSpPr>
          <p:spPr>
            <a:xfrm>
              <a:off x="2636480" y="5381290"/>
              <a:ext cx="241840" cy="241840"/>
            </a:xfrm>
            <a:prstGeom prst="ellipse">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13" name="Oval 212">
              <a:extLst>
                <a:ext uri="{FF2B5EF4-FFF2-40B4-BE49-F238E27FC236}">
                  <a16:creationId xmlns:a16="http://schemas.microsoft.com/office/drawing/2014/main" id="{D30E6B80-18AC-6A91-AFBB-8227CD17C326}"/>
                </a:ext>
              </a:extLst>
            </p:cNvPr>
            <p:cNvSpPr/>
            <p:nvPr/>
          </p:nvSpPr>
          <p:spPr>
            <a:xfrm>
              <a:off x="2636480" y="5693630"/>
              <a:ext cx="241840" cy="241840"/>
            </a:xfrm>
            <a:prstGeom prst="ellipse">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14" name="Oval 213">
              <a:extLst>
                <a:ext uri="{FF2B5EF4-FFF2-40B4-BE49-F238E27FC236}">
                  <a16:creationId xmlns:a16="http://schemas.microsoft.com/office/drawing/2014/main" id="{2CDA45AE-DB15-2E1B-6E3D-AC8F4324B4B8}"/>
                </a:ext>
              </a:extLst>
            </p:cNvPr>
            <p:cNvSpPr/>
            <p:nvPr/>
          </p:nvSpPr>
          <p:spPr>
            <a:xfrm>
              <a:off x="2636480" y="6005970"/>
              <a:ext cx="241840" cy="241840"/>
            </a:xfrm>
            <a:prstGeom prst="ellipse">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16" name="Oval 215">
              <a:extLst>
                <a:ext uri="{FF2B5EF4-FFF2-40B4-BE49-F238E27FC236}">
                  <a16:creationId xmlns:a16="http://schemas.microsoft.com/office/drawing/2014/main" id="{6074FCD7-8C74-F9FD-F839-1A9015B04243}"/>
                </a:ext>
              </a:extLst>
            </p:cNvPr>
            <p:cNvSpPr/>
            <p:nvPr/>
          </p:nvSpPr>
          <p:spPr>
            <a:xfrm>
              <a:off x="3188392" y="3824247"/>
              <a:ext cx="241840" cy="241840"/>
            </a:xfrm>
            <a:prstGeom prst="ellipse">
              <a:avLst/>
            </a:prstGeom>
            <a:pattFill prst="wdUpDiag">
              <a:fgClr>
                <a:schemeClr val="tx2"/>
              </a:fgClr>
              <a:bgClr>
                <a:schemeClr val="bg1"/>
              </a:bgClr>
            </a:patt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17" name="Oval 216">
              <a:extLst>
                <a:ext uri="{FF2B5EF4-FFF2-40B4-BE49-F238E27FC236}">
                  <a16:creationId xmlns:a16="http://schemas.microsoft.com/office/drawing/2014/main" id="{CAE3906F-65B9-C506-AE65-86A6DF9A20D4}"/>
                </a:ext>
              </a:extLst>
            </p:cNvPr>
            <p:cNvSpPr/>
            <p:nvPr/>
          </p:nvSpPr>
          <p:spPr>
            <a:xfrm>
              <a:off x="3188392" y="4136587"/>
              <a:ext cx="241840" cy="241840"/>
            </a:xfrm>
            <a:prstGeom prst="ellipse">
              <a:avLst/>
            </a:prstGeom>
            <a:pattFill prst="wdUpDiag">
              <a:fgClr>
                <a:schemeClr val="tx2"/>
              </a:fgClr>
              <a:bgClr>
                <a:schemeClr val="bg1"/>
              </a:bgClr>
            </a:patt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18" name="Oval 217">
              <a:extLst>
                <a:ext uri="{FF2B5EF4-FFF2-40B4-BE49-F238E27FC236}">
                  <a16:creationId xmlns:a16="http://schemas.microsoft.com/office/drawing/2014/main" id="{EA0EEE93-0754-EC82-2FC7-86895D1A1E4B}"/>
                </a:ext>
              </a:extLst>
            </p:cNvPr>
            <p:cNvSpPr/>
            <p:nvPr/>
          </p:nvSpPr>
          <p:spPr>
            <a:xfrm>
              <a:off x="3188392" y="4448927"/>
              <a:ext cx="241840" cy="241840"/>
            </a:xfrm>
            <a:prstGeom prst="ellipse">
              <a:avLst/>
            </a:prstGeom>
            <a:pattFill prst="wdDnDiag">
              <a:fgClr>
                <a:schemeClr val="tx2"/>
              </a:fgClr>
              <a:bgClr>
                <a:schemeClr val="bg1"/>
              </a:bgClr>
            </a:patt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19" name="Oval 218">
              <a:extLst>
                <a:ext uri="{FF2B5EF4-FFF2-40B4-BE49-F238E27FC236}">
                  <a16:creationId xmlns:a16="http://schemas.microsoft.com/office/drawing/2014/main" id="{3DD2ADA8-C50B-F7A6-095B-5EC34246C3E5}"/>
                </a:ext>
              </a:extLst>
            </p:cNvPr>
            <p:cNvSpPr/>
            <p:nvPr/>
          </p:nvSpPr>
          <p:spPr>
            <a:xfrm>
              <a:off x="3188392" y="4761267"/>
              <a:ext cx="241840" cy="241840"/>
            </a:xfrm>
            <a:prstGeom prst="ellipse">
              <a:avLst/>
            </a:prstGeom>
            <a:pattFill prst="lgCheck">
              <a:fgClr>
                <a:schemeClr val="tx2"/>
              </a:fgClr>
              <a:bgClr>
                <a:schemeClr val="bg1"/>
              </a:bgClr>
            </a:patt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20" name="Oval 219">
              <a:extLst>
                <a:ext uri="{FF2B5EF4-FFF2-40B4-BE49-F238E27FC236}">
                  <a16:creationId xmlns:a16="http://schemas.microsoft.com/office/drawing/2014/main" id="{21D781AE-673F-CC32-5644-85C415B8F725}"/>
                </a:ext>
              </a:extLst>
            </p:cNvPr>
            <p:cNvSpPr/>
            <p:nvPr/>
          </p:nvSpPr>
          <p:spPr>
            <a:xfrm>
              <a:off x="3188392" y="5068950"/>
              <a:ext cx="241840" cy="241840"/>
            </a:xfrm>
            <a:prstGeom prst="ellipse">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21" name="Oval 220">
              <a:extLst>
                <a:ext uri="{FF2B5EF4-FFF2-40B4-BE49-F238E27FC236}">
                  <a16:creationId xmlns:a16="http://schemas.microsoft.com/office/drawing/2014/main" id="{8895C22B-AA5A-E9F4-9F38-E8D223314D6A}"/>
                </a:ext>
              </a:extLst>
            </p:cNvPr>
            <p:cNvSpPr/>
            <p:nvPr/>
          </p:nvSpPr>
          <p:spPr>
            <a:xfrm>
              <a:off x="3188392" y="5381290"/>
              <a:ext cx="241840" cy="241840"/>
            </a:xfrm>
            <a:prstGeom prst="ellipse">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22" name="Oval 221">
              <a:extLst>
                <a:ext uri="{FF2B5EF4-FFF2-40B4-BE49-F238E27FC236}">
                  <a16:creationId xmlns:a16="http://schemas.microsoft.com/office/drawing/2014/main" id="{70ED4E08-2A75-B33F-E0B2-B566DB0A1FCC}"/>
                </a:ext>
              </a:extLst>
            </p:cNvPr>
            <p:cNvSpPr/>
            <p:nvPr/>
          </p:nvSpPr>
          <p:spPr>
            <a:xfrm>
              <a:off x="3188392" y="5693630"/>
              <a:ext cx="241840" cy="241840"/>
            </a:xfrm>
            <a:prstGeom prst="ellipse">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23" name="Oval 222">
              <a:extLst>
                <a:ext uri="{FF2B5EF4-FFF2-40B4-BE49-F238E27FC236}">
                  <a16:creationId xmlns:a16="http://schemas.microsoft.com/office/drawing/2014/main" id="{C7D92600-F5B3-9B6D-CB58-BA04C1DEC0A2}"/>
                </a:ext>
              </a:extLst>
            </p:cNvPr>
            <p:cNvSpPr/>
            <p:nvPr/>
          </p:nvSpPr>
          <p:spPr>
            <a:xfrm>
              <a:off x="3188392" y="6005970"/>
              <a:ext cx="241840" cy="241840"/>
            </a:xfrm>
            <a:prstGeom prst="ellipse">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25" name="Oval 224">
              <a:extLst>
                <a:ext uri="{FF2B5EF4-FFF2-40B4-BE49-F238E27FC236}">
                  <a16:creationId xmlns:a16="http://schemas.microsoft.com/office/drawing/2014/main" id="{4C3BF60F-8E00-267D-C549-CC68BDECD048}"/>
                </a:ext>
              </a:extLst>
            </p:cNvPr>
            <p:cNvSpPr/>
            <p:nvPr/>
          </p:nvSpPr>
          <p:spPr>
            <a:xfrm>
              <a:off x="3729593" y="3824247"/>
              <a:ext cx="241840" cy="241840"/>
            </a:xfrm>
            <a:prstGeom prst="ellipse">
              <a:avLst/>
            </a:prstGeom>
            <a:pattFill prst="wdUpDiag">
              <a:fgClr>
                <a:schemeClr val="tx2"/>
              </a:fgClr>
              <a:bgClr>
                <a:schemeClr val="bg1"/>
              </a:bgClr>
            </a:patt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26" name="Oval 225">
              <a:extLst>
                <a:ext uri="{FF2B5EF4-FFF2-40B4-BE49-F238E27FC236}">
                  <a16:creationId xmlns:a16="http://schemas.microsoft.com/office/drawing/2014/main" id="{D4703CEA-3CF1-522A-748C-24FC42058A79}"/>
                </a:ext>
              </a:extLst>
            </p:cNvPr>
            <p:cNvSpPr/>
            <p:nvPr/>
          </p:nvSpPr>
          <p:spPr>
            <a:xfrm>
              <a:off x="3729593" y="4136587"/>
              <a:ext cx="241840" cy="241840"/>
            </a:xfrm>
            <a:prstGeom prst="ellipse">
              <a:avLst/>
            </a:prstGeom>
            <a:pattFill prst="wdUpDiag">
              <a:fgClr>
                <a:schemeClr val="tx2"/>
              </a:fgClr>
              <a:bgClr>
                <a:schemeClr val="bg1"/>
              </a:bgClr>
            </a:patt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27" name="Oval 226">
              <a:extLst>
                <a:ext uri="{FF2B5EF4-FFF2-40B4-BE49-F238E27FC236}">
                  <a16:creationId xmlns:a16="http://schemas.microsoft.com/office/drawing/2014/main" id="{CD409B00-F880-2FEC-BC27-B93ED5E99D4B}"/>
                </a:ext>
              </a:extLst>
            </p:cNvPr>
            <p:cNvSpPr/>
            <p:nvPr/>
          </p:nvSpPr>
          <p:spPr>
            <a:xfrm>
              <a:off x="3729593" y="4448927"/>
              <a:ext cx="241840" cy="241840"/>
            </a:xfrm>
            <a:prstGeom prst="ellipse">
              <a:avLst/>
            </a:prstGeom>
            <a:pattFill prst="wdDnDiag">
              <a:fgClr>
                <a:schemeClr val="tx2"/>
              </a:fgClr>
              <a:bgClr>
                <a:schemeClr val="bg1"/>
              </a:bgClr>
            </a:patt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28" name="Oval 227">
              <a:extLst>
                <a:ext uri="{FF2B5EF4-FFF2-40B4-BE49-F238E27FC236}">
                  <a16:creationId xmlns:a16="http://schemas.microsoft.com/office/drawing/2014/main" id="{578F48D4-8219-682E-A6D5-3C7BC5A239E0}"/>
                </a:ext>
              </a:extLst>
            </p:cNvPr>
            <p:cNvSpPr/>
            <p:nvPr/>
          </p:nvSpPr>
          <p:spPr>
            <a:xfrm>
              <a:off x="3729593" y="4761267"/>
              <a:ext cx="241840" cy="241840"/>
            </a:xfrm>
            <a:prstGeom prst="ellipse">
              <a:avLst/>
            </a:prstGeom>
            <a:pattFill prst="lgCheck">
              <a:fgClr>
                <a:schemeClr val="tx2"/>
              </a:fgClr>
              <a:bgClr>
                <a:schemeClr val="bg1"/>
              </a:bgClr>
            </a:patt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29" name="Oval 228">
              <a:extLst>
                <a:ext uri="{FF2B5EF4-FFF2-40B4-BE49-F238E27FC236}">
                  <a16:creationId xmlns:a16="http://schemas.microsoft.com/office/drawing/2014/main" id="{2893F8B4-675C-C5E4-E2E7-1F3256FE52A9}"/>
                </a:ext>
              </a:extLst>
            </p:cNvPr>
            <p:cNvSpPr/>
            <p:nvPr/>
          </p:nvSpPr>
          <p:spPr>
            <a:xfrm>
              <a:off x="3729593" y="5068950"/>
              <a:ext cx="241840" cy="241840"/>
            </a:xfrm>
            <a:prstGeom prst="ellipse">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30" name="Oval 229">
              <a:extLst>
                <a:ext uri="{FF2B5EF4-FFF2-40B4-BE49-F238E27FC236}">
                  <a16:creationId xmlns:a16="http://schemas.microsoft.com/office/drawing/2014/main" id="{5380F124-DE6A-2487-1915-D4C896EA3672}"/>
                </a:ext>
              </a:extLst>
            </p:cNvPr>
            <p:cNvSpPr/>
            <p:nvPr/>
          </p:nvSpPr>
          <p:spPr>
            <a:xfrm>
              <a:off x="3729593" y="5381290"/>
              <a:ext cx="241840" cy="241840"/>
            </a:xfrm>
            <a:prstGeom prst="ellipse">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34" name="Oval 233">
              <a:extLst>
                <a:ext uri="{FF2B5EF4-FFF2-40B4-BE49-F238E27FC236}">
                  <a16:creationId xmlns:a16="http://schemas.microsoft.com/office/drawing/2014/main" id="{13FEEA2A-16A5-77F2-452D-91A49B0CB109}"/>
                </a:ext>
              </a:extLst>
            </p:cNvPr>
            <p:cNvSpPr/>
            <p:nvPr/>
          </p:nvSpPr>
          <p:spPr>
            <a:xfrm>
              <a:off x="5977618" y="3824247"/>
              <a:ext cx="241840" cy="241840"/>
            </a:xfrm>
            <a:prstGeom prst="ellipse">
              <a:avLst/>
            </a:prstGeom>
            <a:pattFill prst="wdUpDiag">
              <a:fgClr>
                <a:schemeClr val="tx2"/>
              </a:fgClr>
              <a:bgClr>
                <a:schemeClr val="bg1"/>
              </a:bgClr>
            </a:patt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35" name="Oval 234">
              <a:extLst>
                <a:ext uri="{FF2B5EF4-FFF2-40B4-BE49-F238E27FC236}">
                  <a16:creationId xmlns:a16="http://schemas.microsoft.com/office/drawing/2014/main" id="{9B1A40E1-9A39-66BB-2DC9-DF933321534D}"/>
                </a:ext>
              </a:extLst>
            </p:cNvPr>
            <p:cNvSpPr/>
            <p:nvPr/>
          </p:nvSpPr>
          <p:spPr>
            <a:xfrm>
              <a:off x="5977618" y="4136587"/>
              <a:ext cx="241840" cy="241840"/>
            </a:xfrm>
            <a:prstGeom prst="ellipse">
              <a:avLst/>
            </a:prstGeom>
            <a:pattFill prst="wdUpDiag">
              <a:fgClr>
                <a:schemeClr val="tx2"/>
              </a:fgClr>
              <a:bgClr>
                <a:schemeClr val="bg1"/>
              </a:bgClr>
            </a:patt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36" name="Oval 235">
              <a:extLst>
                <a:ext uri="{FF2B5EF4-FFF2-40B4-BE49-F238E27FC236}">
                  <a16:creationId xmlns:a16="http://schemas.microsoft.com/office/drawing/2014/main" id="{61879957-DB62-9B5B-1E9D-D5360AC029C1}"/>
                </a:ext>
              </a:extLst>
            </p:cNvPr>
            <p:cNvSpPr/>
            <p:nvPr/>
          </p:nvSpPr>
          <p:spPr>
            <a:xfrm>
              <a:off x="5977618" y="4448927"/>
              <a:ext cx="241840" cy="241840"/>
            </a:xfrm>
            <a:prstGeom prst="ellipse">
              <a:avLst/>
            </a:prstGeom>
            <a:pattFill prst="wdDnDiag">
              <a:fgClr>
                <a:schemeClr val="tx2"/>
              </a:fgClr>
              <a:bgClr>
                <a:schemeClr val="bg1"/>
              </a:bgClr>
            </a:patt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37" name="Oval 236">
              <a:extLst>
                <a:ext uri="{FF2B5EF4-FFF2-40B4-BE49-F238E27FC236}">
                  <a16:creationId xmlns:a16="http://schemas.microsoft.com/office/drawing/2014/main" id="{78F41293-58B1-A14C-6CE4-7FC41312641F}"/>
                </a:ext>
              </a:extLst>
            </p:cNvPr>
            <p:cNvSpPr/>
            <p:nvPr/>
          </p:nvSpPr>
          <p:spPr>
            <a:xfrm>
              <a:off x="5977618" y="4761267"/>
              <a:ext cx="241840" cy="241840"/>
            </a:xfrm>
            <a:prstGeom prst="ellipse">
              <a:avLst/>
            </a:prstGeom>
            <a:pattFill prst="lgCheck">
              <a:fgClr>
                <a:schemeClr val="tx2"/>
              </a:fgClr>
              <a:bgClr>
                <a:schemeClr val="bg1"/>
              </a:bgClr>
            </a:patt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38" name="Oval 237">
              <a:extLst>
                <a:ext uri="{FF2B5EF4-FFF2-40B4-BE49-F238E27FC236}">
                  <a16:creationId xmlns:a16="http://schemas.microsoft.com/office/drawing/2014/main" id="{E1F41D58-B800-5E05-E11F-F4EAD662314E}"/>
                </a:ext>
              </a:extLst>
            </p:cNvPr>
            <p:cNvSpPr/>
            <p:nvPr/>
          </p:nvSpPr>
          <p:spPr>
            <a:xfrm>
              <a:off x="5977618" y="5068950"/>
              <a:ext cx="241840" cy="241840"/>
            </a:xfrm>
            <a:prstGeom prst="ellipse">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39" name="Oval 238">
              <a:extLst>
                <a:ext uri="{FF2B5EF4-FFF2-40B4-BE49-F238E27FC236}">
                  <a16:creationId xmlns:a16="http://schemas.microsoft.com/office/drawing/2014/main" id="{28C8B069-9301-FFC7-0587-CB8418312CDA}"/>
                </a:ext>
              </a:extLst>
            </p:cNvPr>
            <p:cNvSpPr/>
            <p:nvPr/>
          </p:nvSpPr>
          <p:spPr>
            <a:xfrm>
              <a:off x="5977618" y="5381290"/>
              <a:ext cx="241840" cy="241840"/>
            </a:xfrm>
            <a:prstGeom prst="ellipse">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40" name="Oval 239">
              <a:extLst>
                <a:ext uri="{FF2B5EF4-FFF2-40B4-BE49-F238E27FC236}">
                  <a16:creationId xmlns:a16="http://schemas.microsoft.com/office/drawing/2014/main" id="{93FA9105-FACC-8D80-DF0D-ECF0A1B49780}"/>
                </a:ext>
              </a:extLst>
            </p:cNvPr>
            <p:cNvSpPr/>
            <p:nvPr/>
          </p:nvSpPr>
          <p:spPr>
            <a:xfrm>
              <a:off x="5977618" y="5693630"/>
              <a:ext cx="241840" cy="241840"/>
            </a:xfrm>
            <a:prstGeom prst="ellipse">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43" name="Oval 242">
              <a:extLst>
                <a:ext uri="{FF2B5EF4-FFF2-40B4-BE49-F238E27FC236}">
                  <a16:creationId xmlns:a16="http://schemas.microsoft.com/office/drawing/2014/main" id="{BC520808-6D96-FFAE-65E7-91FEEAA4B27D}"/>
                </a:ext>
              </a:extLst>
            </p:cNvPr>
            <p:cNvSpPr/>
            <p:nvPr/>
          </p:nvSpPr>
          <p:spPr>
            <a:xfrm>
              <a:off x="8516272" y="3824247"/>
              <a:ext cx="241840" cy="241840"/>
            </a:xfrm>
            <a:prstGeom prst="ellipse">
              <a:avLst/>
            </a:prstGeom>
            <a:pattFill prst="wdUpDiag">
              <a:fgClr>
                <a:schemeClr val="tx2"/>
              </a:fgClr>
              <a:bgClr>
                <a:schemeClr val="bg1"/>
              </a:bgClr>
            </a:patt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44" name="Oval 243">
              <a:extLst>
                <a:ext uri="{FF2B5EF4-FFF2-40B4-BE49-F238E27FC236}">
                  <a16:creationId xmlns:a16="http://schemas.microsoft.com/office/drawing/2014/main" id="{11DC6FFE-56D7-3519-A95D-3176B720E8C2}"/>
                </a:ext>
              </a:extLst>
            </p:cNvPr>
            <p:cNvSpPr/>
            <p:nvPr/>
          </p:nvSpPr>
          <p:spPr>
            <a:xfrm>
              <a:off x="8516272" y="4136587"/>
              <a:ext cx="241840" cy="241840"/>
            </a:xfrm>
            <a:prstGeom prst="ellipse">
              <a:avLst/>
            </a:prstGeom>
            <a:pattFill prst="wdUpDiag">
              <a:fgClr>
                <a:schemeClr val="tx2"/>
              </a:fgClr>
              <a:bgClr>
                <a:schemeClr val="bg1"/>
              </a:bgClr>
            </a:patt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45" name="Oval 244">
              <a:extLst>
                <a:ext uri="{FF2B5EF4-FFF2-40B4-BE49-F238E27FC236}">
                  <a16:creationId xmlns:a16="http://schemas.microsoft.com/office/drawing/2014/main" id="{1C2EF870-C304-1177-D338-51DD004530C5}"/>
                </a:ext>
              </a:extLst>
            </p:cNvPr>
            <p:cNvSpPr/>
            <p:nvPr/>
          </p:nvSpPr>
          <p:spPr>
            <a:xfrm>
              <a:off x="8516272" y="4448927"/>
              <a:ext cx="241840" cy="241840"/>
            </a:xfrm>
            <a:prstGeom prst="ellipse">
              <a:avLst/>
            </a:prstGeom>
            <a:pattFill prst="wdDnDiag">
              <a:fgClr>
                <a:schemeClr val="tx2"/>
              </a:fgClr>
              <a:bgClr>
                <a:schemeClr val="bg1"/>
              </a:bgClr>
            </a:patt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46" name="Oval 245">
              <a:extLst>
                <a:ext uri="{FF2B5EF4-FFF2-40B4-BE49-F238E27FC236}">
                  <a16:creationId xmlns:a16="http://schemas.microsoft.com/office/drawing/2014/main" id="{08CF2818-736B-7BD6-A06B-29F0B32E341D}"/>
                </a:ext>
              </a:extLst>
            </p:cNvPr>
            <p:cNvSpPr/>
            <p:nvPr/>
          </p:nvSpPr>
          <p:spPr>
            <a:xfrm>
              <a:off x="8516272" y="4761267"/>
              <a:ext cx="241840" cy="241840"/>
            </a:xfrm>
            <a:prstGeom prst="ellipse">
              <a:avLst/>
            </a:prstGeom>
            <a:pattFill prst="lgCheck">
              <a:fgClr>
                <a:schemeClr val="tx2"/>
              </a:fgClr>
              <a:bgClr>
                <a:schemeClr val="bg1"/>
              </a:bgClr>
            </a:patt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47" name="Oval 246">
              <a:extLst>
                <a:ext uri="{FF2B5EF4-FFF2-40B4-BE49-F238E27FC236}">
                  <a16:creationId xmlns:a16="http://schemas.microsoft.com/office/drawing/2014/main" id="{86F59590-387A-E243-DFED-4D69A2216513}"/>
                </a:ext>
              </a:extLst>
            </p:cNvPr>
            <p:cNvSpPr/>
            <p:nvPr/>
          </p:nvSpPr>
          <p:spPr>
            <a:xfrm>
              <a:off x="8516272" y="5068950"/>
              <a:ext cx="241840" cy="241840"/>
            </a:xfrm>
            <a:prstGeom prst="ellipse">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51" name="Oval 250">
              <a:extLst>
                <a:ext uri="{FF2B5EF4-FFF2-40B4-BE49-F238E27FC236}">
                  <a16:creationId xmlns:a16="http://schemas.microsoft.com/office/drawing/2014/main" id="{62C80C1B-8C95-48D5-7EED-EABD6F17AD17}"/>
                </a:ext>
              </a:extLst>
            </p:cNvPr>
            <p:cNvSpPr/>
            <p:nvPr/>
          </p:nvSpPr>
          <p:spPr>
            <a:xfrm>
              <a:off x="8516272" y="5381290"/>
              <a:ext cx="241840" cy="241840"/>
            </a:xfrm>
            <a:prstGeom prst="ellipse">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55" name="Oval 254">
              <a:extLst>
                <a:ext uri="{FF2B5EF4-FFF2-40B4-BE49-F238E27FC236}">
                  <a16:creationId xmlns:a16="http://schemas.microsoft.com/office/drawing/2014/main" id="{75EA1246-E3B4-C41E-631F-C44455C24824}"/>
                </a:ext>
              </a:extLst>
            </p:cNvPr>
            <p:cNvSpPr/>
            <p:nvPr/>
          </p:nvSpPr>
          <p:spPr>
            <a:xfrm>
              <a:off x="9041224" y="3824247"/>
              <a:ext cx="241840" cy="241840"/>
            </a:xfrm>
            <a:prstGeom prst="ellipse">
              <a:avLst/>
            </a:prstGeom>
            <a:pattFill prst="wdUpDiag">
              <a:fgClr>
                <a:schemeClr val="tx2"/>
              </a:fgClr>
              <a:bgClr>
                <a:schemeClr val="bg1"/>
              </a:bgClr>
            </a:patt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56" name="Oval 255">
              <a:extLst>
                <a:ext uri="{FF2B5EF4-FFF2-40B4-BE49-F238E27FC236}">
                  <a16:creationId xmlns:a16="http://schemas.microsoft.com/office/drawing/2014/main" id="{A871A089-2632-4C31-214A-2A947CE96BB1}"/>
                </a:ext>
              </a:extLst>
            </p:cNvPr>
            <p:cNvSpPr/>
            <p:nvPr/>
          </p:nvSpPr>
          <p:spPr>
            <a:xfrm>
              <a:off x="9041224" y="4136587"/>
              <a:ext cx="241840" cy="241840"/>
            </a:xfrm>
            <a:prstGeom prst="ellipse">
              <a:avLst/>
            </a:prstGeom>
            <a:pattFill prst="wdUpDiag">
              <a:fgClr>
                <a:schemeClr val="tx2"/>
              </a:fgClr>
              <a:bgClr>
                <a:schemeClr val="bg1"/>
              </a:bgClr>
            </a:patt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57" name="Oval 256">
              <a:extLst>
                <a:ext uri="{FF2B5EF4-FFF2-40B4-BE49-F238E27FC236}">
                  <a16:creationId xmlns:a16="http://schemas.microsoft.com/office/drawing/2014/main" id="{9319FEA9-E23F-431C-B3C2-BC63511DDF1C}"/>
                </a:ext>
              </a:extLst>
            </p:cNvPr>
            <p:cNvSpPr/>
            <p:nvPr/>
          </p:nvSpPr>
          <p:spPr>
            <a:xfrm>
              <a:off x="9041224" y="4448927"/>
              <a:ext cx="241840" cy="241840"/>
            </a:xfrm>
            <a:prstGeom prst="ellipse">
              <a:avLst/>
            </a:prstGeom>
            <a:pattFill prst="wdDnDiag">
              <a:fgClr>
                <a:schemeClr val="tx2"/>
              </a:fgClr>
              <a:bgClr>
                <a:schemeClr val="bg1"/>
              </a:bgClr>
            </a:patt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58" name="Oval 257">
              <a:extLst>
                <a:ext uri="{FF2B5EF4-FFF2-40B4-BE49-F238E27FC236}">
                  <a16:creationId xmlns:a16="http://schemas.microsoft.com/office/drawing/2014/main" id="{BDC478D8-3EED-D20A-52C3-30BD5E1ADC3F}"/>
                </a:ext>
              </a:extLst>
            </p:cNvPr>
            <p:cNvSpPr/>
            <p:nvPr/>
          </p:nvSpPr>
          <p:spPr>
            <a:xfrm>
              <a:off x="9041224" y="4761267"/>
              <a:ext cx="241840" cy="241840"/>
            </a:xfrm>
            <a:prstGeom prst="ellipse">
              <a:avLst/>
            </a:prstGeom>
            <a:pattFill prst="lgCheck">
              <a:fgClr>
                <a:schemeClr val="tx2"/>
              </a:fgClr>
              <a:bgClr>
                <a:schemeClr val="bg1"/>
              </a:bgClr>
            </a:patt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59" name="Oval 258">
              <a:extLst>
                <a:ext uri="{FF2B5EF4-FFF2-40B4-BE49-F238E27FC236}">
                  <a16:creationId xmlns:a16="http://schemas.microsoft.com/office/drawing/2014/main" id="{65CF6DC5-89B7-73E7-CBFB-268DA99BE430}"/>
                </a:ext>
              </a:extLst>
            </p:cNvPr>
            <p:cNvSpPr/>
            <p:nvPr/>
          </p:nvSpPr>
          <p:spPr>
            <a:xfrm>
              <a:off x="9041224" y="5068950"/>
              <a:ext cx="241840" cy="241840"/>
            </a:xfrm>
            <a:prstGeom prst="ellipse">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60" name="Oval 259">
              <a:extLst>
                <a:ext uri="{FF2B5EF4-FFF2-40B4-BE49-F238E27FC236}">
                  <a16:creationId xmlns:a16="http://schemas.microsoft.com/office/drawing/2014/main" id="{00198B81-6585-BBE4-47E9-14A5B6F0847F}"/>
                </a:ext>
              </a:extLst>
            </p:cNvPr>
            <p:cNvSpPr/>
            <p:nvPr/>
          </p:nvSpPr>
          <p:spPr>
            <a:xfrm>
              <a:off x="9041224" y="5381290"/>
              <a:ext cx="241840" cy="241840"/>
            </a:xfrm>
            <a:prstGeom prst="ellipse">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61" name="Oval 260">
              <a:extLst>
                <a:ext uri="{FF2B5EF4-FFF2-40B4-BE49-F238E27FC236}">
                  <a16:creationId xmlns:a16="http://schemas.microsoft.com/office/drawing/2014/main" id="{BBFCC7B4-92A5-D8A5-6E82-2F71EFDA047C}"/>
                </a:ext>
              </a:extLst>
            </p:cNvPr>
            <p:cNvSpPr/>
            <p:nvPr/>
          </p:nvSpPr>
          <p:spPr>
            <a:xfrm>
              <a:off x="9041224" y="5693630"/>
              <a:ext cx="241840" cy="241840"/>
            </a:xfrm>
            <a:prstGeom prst="ellipse">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62" name="Oval 261">
              <a:extLst>
                <a:ext uri="{FF2B5EF4-FFF2-40B4-BE49-F238E27FC236}">
                  <a16:creationId xmlns:a16="http://schemas.microsoft.com/office/drawing/2014/main" id="{1E6D351E-5B53-9184-3268-73A77F1DEAF4}"/>
                </a:ext>
              </a:extLst>
            </p:cNvPr>
            <p:cNvSpPr/>
            <p:nvPr/>
          </p:nvSpPr>
          <p:spPr>
            <a:xfrm>
              <a:off x="9041224" y="6005970"/>
              <a:ext cx="241840" cy="241840"/>
            </a:xfrm>
            <a:prstGeom prst="ellipse">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latin typeface="+mj-lt"/>
              </a:endParaRPr>
            </a:p>
          </p:txBody>
        </p:sp>
        <p:sp>
          <p:nvSpPr>
            <p:cNvPr id="268" name="TextBox 267">
              <a:extLst>
                <a:ext uri="{FF2B5EF4-FFF2-40B4-BE49-F238E27FC236}">
                  <a16:creationId xmlns:a16="http://schemas.microsoft.com/office/drawing/2014/main" id="{7E84B528-6409-62FF-069B-2B9ECA37A714}"/>
                </a:ext>
              </a:extLst>
            </p:cNvPr>
            <p:cNvSpPr txBox="1"/>
            <p:nvPr/>
          </p:nvSpPr>
          <p:spPr>
            <a:xfrm>
              <a:off x="6693729" y="3929979"/>
              <a:ext cx="1343848" cy="338554"/>
            </a:xfrm>
            <a:prstGeom prst="rect">
              <a:avLst/>
            </a:prstGeom>
            <a:noFill/>
          </p:spPr>
          <p:txBody>
            <a:bodyPr wrap="square">
              <a:spAutoFit/>
            </a:bodyPr>
            <a:lstStyle/>
            <a:p>
              <a:pPr algn="ctr"/>
              <a:r>
                <a:rPr lang="en-US" sz="1600" b="1" dirty="0">
                  <a:solidFill>
                    <a:schemeClr val="tx2"/>
                  </a:solidFill>
                  <a:latin typeface="+mj-lt"/>
                </a:rPr>
                <a:t>Train set</a:t>
              </a:r>
              <a:endParaRPr lang="en-SE" sz="1600" b="1" dirty="0">
                <a:solidFill>
                  <a:schemeClr val="tx2"/>
                </a:solidFill>
                <a:latin typeface="+mj-lt"/>
              </a:endParaRPr>
            </a:p>
          </p:txBody>
        </p:sp>
        <p:sp>
          <p:nvSpPr>
            <p:cNvPr id="269" name="TextBox 268">
              <a:extLst>
                <a:ext uri="{FF2B5EF4-FFF2-40B4-BE49-F238E27FC236}">
                  <a16:creationId xmlns:a16="http://schemas.microsoft.com/office/drawing/2014/main" id="{2C2A03CE-9BFA-A6AB-461D-936E6434EEE4}"/>
                </a:ext>
              </a:extLst>
            </p:cNvPr>
            <p:cNvSpPr txBox="1"/>
            <p:nvPr/>
          </p:nvSpPr>
          <p:spPr>
            <a:xfrm>
              <a:off x="6250339" y="4402422"/>
              <a:ext cx="2158058" cy="338554"/>
            </a:xfrm>
            <a:prstGeom prst="rect">
              <a:avLst/>
            </a:prstGeom>
            <a:noFill/>
          </p:spPr>
          <p:txBody>
            <a:bodyPr wrap="square">
              <a:spAutoFit/>
            </a:bodyPr>
            <a:lstStyle/>
            <a:p>
              <a:pPr algn="ctr"/>
              <a:r>
                <a:rPr lang="en-US" sz="1600" b="1" dirty="0">
                  <a:solidFill>
                    <a:schemeClr val="tx2"/>
                  </a:solidFill>
                  <a:latin typeface="+mj-lt"/>
                </a:rPr>
                <a:t>Validation set</a:t>
              </a:r>
              <a:endParaRPr lang="en-SE" sz="1600" b="1" dirty="0">
                <a:solidFill>
                  <a:schemeClr val="tx2"/>
                </a:solidFill>
                <a:latin typeface="+mj-lt"/>
              </a:endParaRPr>
            </a:p>
          </p:txBody>
        </p:sp>
        <p:sp>
          <p:nvSpPr>
            <p:cNvPr id="270" name="TextBox 269">
              <a:extLst>
                <a:ext uri="{FF2B5EF4-FFF2-40B4-BE49-F238E27FC236}">
                  <a16:creationId xmlns:a16="http://schemas.microsoft.com/office/drawing/2014/main" id="{A531D4B9-E291-D224-7478-77730A414D94}"/>
                </a:ext>
              </a:extLst>
            </p:cNvPr>
            <p:cNvSpPr txBox="1"/>
            <p:nvPr/>
          </p:nvSpPr>
          <p:spPr>
            <a:xfrm>
              <a:off x="6710116" y="4716982"/>
              <a:ext cx="1343848" cy="338554"/>
            </a:xfrm>
            <a:prstGeom prst="rect">
              <a:avLst/>
            </a:prstGeom>
            <a:noFill/>
          </p:spPr>
          <p:txBody>
            <a:bodyPr wrap="square">
              <a:spAutoFit/>
            </a:bodyPr>
            <a:lstStyle/>
            <a:p>
              <a:pPr algn="ctr"/>
              <a:r>
                <a:rPr lang="en-US" sz="1600" b="1" dirty="0">
                  <a:solidFill>
                    <a:schemeClr val="tx2"/>
                  </a:solidFill>
                  <a:latin typeface="+mj-lt"/>
                </a:rPr>
                <a:t>Test set</a:t>
              </a:r>
              <a:endParaRPr lang="en-SE" sz="1600" b="1" dirty="0">
                <a:solidFill>
                  <a:schemeClr val="tx2"/>
                </a:solidFill>
                <a:latin typeface="+mj-lt"/>
              </a:endParaRPr>
            </a:p>
          </p:txBody>
        </p:sp>
        <p:sp>
          <p:nvSpPr>
            <p:cNvPr id="271" name="TextBox 270">
              <a:extLst>
                <a:ext uri="{FF2B5EF4-FFF2-40B4-BE49-F238E27FC236}">
                  <a16:creationId xmlns:a16="http://schemas.microsoft.com/office/drawing/2014/main" id="{BF8B7663-3133-87FE-AC57-94E4EDCB73C5}"/>
                </a:ext>
              </a:extLst>
            </p:cNvPr>
            <p:cNvSpPr txBox="1"/>
            <p:nvPr/>
          </p:nvSpPr>
          <p:spPr>
            <a:xfrm>
              <a:off x="6342573" y="5477842"/>
              <a:ext cx="2158058" cy="338554"/>
            </a:xfrm>
            <a:prstGeom prst="rect">
              <a:avLst/>
            </a:prstGeom>
            <a:noFill/>
          </p:spPr>
          <p:txBody>
            <a:bodyPr wrap="square">
              <a:spAutoFit/>
            </a:bodyPr>
            <a:lstStyle/>
            <a:p>
              <a:pPr algn="ctr"/>
              <a:r>
                <a:rPr lang="en-US" sz="1600" b="1" dirty="0">
                  <a:solidFill>
                    <a:schemeClr val="tx2"/>
                  </a:solidFill>
                  <a:latin typeface="+mj-lt"/>
                </a:rPr>
                <a:t>Not used</a:t>
              </a:r>
              <a:endParaRPr lang="en-SE" sz="1600" b="1" dirty="0">
                <a:solidFill>
                  <a:schemeClr val="tx2"/>
                </a:solidFill>
                <a:latin typeface="+mj-lt"/>
              </a:endParaRPr>
            </a:p>
          </p:txBody>
        </p:sp>
        <p:cxnSp>
          <p:nvCxnSpPr>
            <p:cNvPr id="276" name="Straight Connector 275">
              <a:extLst>
                <a:ext uri="{FF2B5EF4-FFF2-40B4-BE49-F238E27FC236}">
                  <a16:creationId xmlns:a16="http://schemas.microsoft.com/office/drawing/2014/main" id="{CAEABC57-A3B2-A05C-40D8-A6A23133DF69}"/>
                </a:ext>
              </a:extLst>
            </p:cNvPr>
            <p:cNvCxnSpPr>
              <a:cxnSpLocks/>
            </p:cNvCxnSpPr>
            <p:nvPr/>
          </p:nvCxnSpPr>
          <p:spPr>
            <a:xfrm>
              <a:off x="2344594" y="4411833"/>
              <a:ext cx="7502811" cy="0"/>
            </a:xfrm>
            <a:prstGeom prst="line">
              <a:avLst/>
            </a:prstGeom>
            <a:ln w="12700" cap="rnd">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04A1B143-8015-FEC5-E078-6D96D5C11EDD}"/>
                </a:ext>
              </a:extLst>
            </p:cNvPr>
            <p:cNvCxnSpPr>
              <a:cxnSpLocks/>
            </p:cNvCxnSpPr>
            <p:nvPr/>
          </p:nvCxnSpPr>
          <p:spPr>
            <a:xfrm>
              <a:off x="2344594" y="4725100"/>
              <a:ext cx="7502811" cy="0"/>
            </a:xfrm>
            <a:prstGeom prst="line">
              <a:avLst/>
            </a:prstGeom>
            <a:ln w="12700" cap="rnd">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96321A64-EDD1-0454-C470-27E7E27A62F9}"/>
                </a:ext>
              </a:extLst>
            </p:cNvPr>
            <p:cNvCxnSpPr>
              <a:cxnSpLocks/>
            </p:cNvCxnSpPr>
            <p:nvPr/>
          </p:nvCxnSpPr>
          <p:spPr>
            <a:xfrm>
              <a:off x="2344594" y="5029900"/>
              <a:ext cx="7502811" cy="0"/>
            </a:xfrm>
            <a:prstGeom prst="line">
              <a:avLst/>
            </a:prstGeom>
            <a:ln w="12700" cap="rnd">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2D8FDD7B-304A-9BEF-D4F0-00E596EAD9DD}"/>
                </a:ext>
              </a:extLst>
            </p:cNvPr>
            <p:cNvCxnSpPr>
              <a:cxnSpLocks/>
            </p:cNvCxnSpPr>
            <p:nvPr/>
          </p:nvCxnSpPr>
          <p:spPr>
            <a:xfrm>
              <a:off x="2344594" y="6359167"/>
              <a:ext cx="7502811" cy="0"/>
            </a:xfrm>
            <a:prstGeom prst="line">
              <a:avLst/>
            </a:prstGeom>
            <a:ln w="12700" cap="rnd">
              <a:solidFill>
                <a:schemeClr val="tx2"/>
              </a:solidFill>
              <a:prstDash val="sysDash"/>
            </a:ln>
          </p:spPr>
          <p:style>
            <a:lnRef idx="1">
              <a:schemeClr val="accent1"/>
            </a:lnRef>
            <a:fillRef idx="0">
              <a:schemeClr val="accent1"/>
            </a:fillRef>
            <a:effectRef idx="0">
              <a:schemeClr val="accent1"/>
            </a:effectRef>
            <a:fontRef idx="minor">
              <a:schemeClr val="tx1"/>
            </a:fontRef>
          </p:style>
        </p:cxnSp>
      </p:grpSp>
      <p:sp>
        <p:nvSpPr>
          <p:cNvPr id="16" name="Rectangle 2">
            <a:extLst>
              <a:ext uri="{FF2B5EF4-FFF2-40B4-BE49-F238E27FC236}">
                <a16:creationId xmlns:a16="http://schemas.microsoft.com/office/drawing/2014/main" id="{B8CB74B6-7565-769B-BF28-67A776CF31A1}"/>
              </a:ext>
            </a:extLst>
          </p:cNvPr>
          <p:cNvSpPr>
            <a:spLocks noChangeArrowheads="1"/>
          </p:cNvSpPr>
          <p:nvPr/>
        </p:nvSpPr>
        <p:spPr bwMode="auto">
          <a:xfrm>
            <a:off x="0" y="6434808"/>
            <a:ext cx="10028653"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SE" sz="1100" b="0" i="0" u="none" strike="noStrike" cap="none" normalizeH="0" baseline="0" dirty="0">
                <a:ln>
                  <a:noFill/>
                </a:ln>
                <a:solidFill>
                  <a:schemeClr val="tx2"/>
                </a:solidFill>
                <a:effectLst/>
                <a:latin typeface="Arial" panose="020B0604020202020204" pitchFamily="34" charset="0"/>
              </a:rPr>
              <a:t>* </a:t>
            </a:r>
            <a:r>
              <a:rPr kumimoji="0" lang="en-SE" altLang="en-SE" sz="1100" b="0" i="0" u="none" strike="noStrike" cap="none" normalizeH="0" baseline="0" dirty="0">
                <a:ln>
                  <a:noFill/>
                </a:ln>
                <a:solidFill>
                  <a:schemeClr val="tx2"/>
                </a:solidFill>
                <a:effectLst/>
                <a:latin typeface="Arial" panose="020B0604020202020204" pitchFamily="34" charset="0"/>
              </a:rPr>
              <a:t>Prieto Estacio, R. S., Bravo Montenegro, D. A., &amp; Rengifo Rodas, C. F. (2023). Dataset of audio signals from brushless DC motors for predictive maintenance. </a:t>
            </a:r>
            <a:endParaRPr kumimoji="0" lang="en-US" altLang="en-SE" sz="1100" b="0" i="0" u="none" strike="noStrike" cap="none" normalizeH="0" baseline="0" dirty="0">
              <a:ln>
                <a:noFill/>
              </a:ln>
              <a:solidFill>
                <a:schemeClr val="tx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SE" altLang="en-SE" sz="1100" b="0" i="1" u="none" strike="noStrike" cap="none" normalizeH="0" baseline="0" dirty="0">
                <a:ln>
                  <a:noFill/>
                </a:ln>
                <a:solidFill>
                  <a:schemeClr val="tx2"/>
                </a:solidFill>
                <a:effectLst/>
                <a:latin typeface="Arial" panose="020B0604020202020204" pitchFamily="34" charset="0"/>
              </a:rPr>
              <a:t>Data in Brief</a:t>
            </a:r>
            <a:r>
              <a:rPr kumimoji="0" lang="en-SE" altLang="en-SE" sz="1100" b="0" i="0" u="none" strike="noStrike" cap="none" normalizeH="0" baseline="0" dirty="0">
                <a:ln>
                  <a:noFill/>
                </a:ln>
                <a:solidFill>
                  <a:schemeClr val="tx2"/>
                </a:solidFill>
                <a:effectLst/>
                <a:latin typeface="Arial" panose="020B0604020202020204" pitchFamily="34" charset="0"/>
              </a:rPr>
              <a:t>, </a:t>
            </a:r>
            <a:r>
              <a:rPr kumimoji="0" lang="en-SE" altLang="en-SE" sz="1100" b="0" i="1" u="none" strike="noStrike" cap="none" normalizeH="0" baseline="0" dirty="0">
                <a:ln>
                  <a:noFill/>
                </a:ln>
                <a:solidFill>
                  <a:schemeClr val="tx2"/>
                </a:solidFill>
                <a:effectLst/>
                <a:latin typeface="Arial" panose="020B0604020202020204" pitchFamily="34" charset="0"/>
              </a:rPr>
              <a:t>50</a:t>
            </a:r>
            <a:r>
              <a:rPr kumimoji="0" lang="en-SE" altLang="en-SE" sz="1100" b="0" i="0" u="none" strike="noStrike" cap="none" normalizeH="0" baseline="0" dirty="0">
                <a:ln>
                  <a:noFill/>
                </a:ln>
                <a:solidFill>
                  <a:schemeClr val="tx2"/>
                </a:solidFill>
                <a:effectLst/>
                <a:latin typeface="Arial" panose="020B0604020202020204" pitchFamily="34" charset="0"/>
              </a:rPr>
              <a:t>, 109569. https://doi.org/10.1016/j.dib.2023.109569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7">
          <a:extLst>
            <a:ext uri="{FF2B5EF4-FFF2-40B4-BE49-F238E27FC236}">
              <a16:creationId xmlns:a16="http://schemas.microsoft.com/office/drawing/2014/main" id="{DF81B9AC-962E-4262-6818-C182DC8BDCA6}"/>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ADCCF2A5-85DC-7175-A7F5-378B07D99ED7}"/>
              </a:ext>
            </a:extLst>
          </p:cNvPr>
          <p:cNvSpPr/>
          <p:nvPr/>
        </p:nvSpPr>
        <p:spPr>
          <a:xfrm>
            <a:off x="533061" y="1130301"/>
            <a:ext cx="10875983" cy="5334000"/>
          </a:xfrm>
          <a:prstGeom prst="roundRect">
            <a:avLst>
              <a:gd name="adj" fmla="val 4311"/>
            </a:avLst>
          </a:prstGeom>
          <a:solidFill>
            <a:schemeClr val="tx2">
              <a:alpha val="10000"/>
            </a:schemeClr>
          </a:solidFill>
          <a:ln w="508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SE" sz="2400" dirty="0">
              <a:solidFill>
                <a:schemeClr val="tx2"/>
              </a:solidFill>
              <a:latin typeface="+mj-lt"/>
            </a:endParaRPr>
          </a:p>
        </p:txBody>
      </p:sp>
      <p:sp>
        <p:nvSpPr>
          <p:cNvPr id="248" name="Google Shape;248;p40">
            <a:extLst>
              <a:ext uri="{FF2B5EF4-FFF2-40B4-BE49-F238E27FC236}">
                <a16:creationId xmlns:a16="http://schemas.microsoft.com/office/drawing/2014/main" id="{C38F3717-29CB-8F2A-9CCD-2207FEA6FA31}"/>
              </a:ext>
            </a:extLst>
          </p:cNvPr>
          <p:cNvSpPr txBox="1">
            <a:spLocks noGrp="1"/>
          </p:cNvSpPr>
          <p:nvPr>
            <p:ph type="title"/>
          </p:nvPr>
        </p:nvSpPr>
        <p:spPr>
          <a:xfrm>
            <a:off x="533062" y="182407"/>
            <a:ext cx="10325100" cy="831600"/>
          </a:xfrm>
          <a:prstGeom prst="rect">
            <a:avLst/>
          </a:prstGeom>
        </p:spPr>
        <p:txBody>
          <a:bodyPr spcFirstLastPara="1" wrap="square" lIns="216000" tIns="108000" rIns="216000" bIns="108000" anchor="t" anchorCtr="0">
            <a:noAutofit/>
          </a:bodyPr>
          <a:lstStyle/>
          <a:p>
            <a:pPr>
              <a:spcAft>
                <a:spcPts val="1600"/>
              </a:spcAft>
            </a:pPr>
            <a:r>
              <a:rPr lang="en-US" dirty="0"/>
              <a:t>Fourier Transform</a:t>
            </a:r>
            <a:endParaRPr dirty="0"/>
          </a:p>
        </p:txBody>
      </p:sp>
      <p:sp>
        <p:nvSpPr>
          <p:cNvPr id="250" name="Google Shape;250;p40">
            <a:extLst>
              <a:ext uri="{FF2B5EF4-FFF2-40B4-BE49-F238E27FC236}">
                <a16:creationId xmlns:a16="http://schemas.microsoft.com/office/drawing/2014/main" id="{8FDB2468-6F0B-C25C-B248-37AF40B49D00}"/>
              </a:ext>
            </a:extLst>
          </p:cNvPr>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4</a:t>
            </a:fld>
            <a:endParaRPr/>
          </a:p>
        </p:txBody>
      </p:sp>
      <p:sp>
        <p:nvSpPr>
          <p:cNvPr id="11" name="TextBox 10">
            <a:extLst>
              <a:ext uri="{FF2B5EF4-FFF2-40B4-BE49-F238E27FC236}">
                <a16:creationId xmlns:a16="http://schemas.microsoft.com/office/drawing/2014/main" id="{B419577A-DB5F-AB36-281B-69791A821118}"/>
              </a:ext>
            </a:extLst>
          </p:cNvPr>
          <p:cNvSpPr txBox="1"/>
          <p:nvPr/>
        </p:nvSpPr>
        <p:spPr>
          <a:xfrm>
            <a:off x="834117" y="5686803"/>
            <a:ext cx="10523765" cy="646331"/>
          </a:xfrm>
          <a:prstGeom prst="rect">
            <a:avLst/>
          </a:prstGeom>
          <a:noFill/>
        </p:spPr>
        <p:txBody>
          <a:bodyPr wrap="square">
            <a:spAutoFit/>
          </a:bodyPr>
          <a:lstStyle/>
          <a:p>
            <a:pPr algn="l" latinLnBrk="1">
              <a:buNone/>
            </a:pPr>
            <a:r>
              <a:rPr lang="en-US" sz="1800" b="0" i="0" dirty="0">
                <a:solidFill>
                  <a:schemeClr val="tx2"/>
                </a:solidFill>
                <a:effectLst/>
                <a:latin typeface="+mj-lt"/>
              </a:rPr>
              <a:t>To capture enough cycles (5) of the frequency (1000 Hz) based on the sampling rate (16000 Hz),</a:t>
            </a:r>
          </a:p>
          <a:p>
            <a:pPr algn="l" latinLnBrk="1">
              <a:buNone/>
            </a:pPr>
            <a:r>
              <a:rPr lang="en-US" sz="1800" b="1" i="0" dirty="0">
                <a:solidFill>
                  <a:schemeClr val="tx2"/>
                </a:solidFill>
                <a:effectLst/>
                <a:latin typeface="+mj-lt"/>
              </a:rPr>
              <a:t>the minimal data points per sample: 80</a:t>
            </a:r>
            <a:r>
              <a:rPr lang="en-US" sz="1800" b="0" i="0" dirty="0">
                <a:solidFill>
                  <a:schemeClr val="tx2"/>
                </a:solidFill>
                <a:effectLst/>
                <a:latin typeface="+mj-lt"/>
              </a:rPr>
              <a:t>.</a:t>
            </a:r>
          </a:p>
        </p:txBody>
      </p:sp>
      <p:grpSp>
        <p:nvGrpSpPr>
          <p:cNvPr id="19" name="Group 18">
            <a:extLst>
              <a:ext uri="{FF2B5EF4-FFF2-40B4-BE49-F238E27FC236}">
                <a16:creationId xmlns:a16="http://schemas.microsoft.com/office/drawing/2014/main" id="{F9C8DC6B-DF95-0270-B99A-92BC9F7EECA8}"/>
              </a:ext>
            </a:extLst>
          </p:cNvPr>
          <p:cNvGrpSpPr/>
          <p:nvPr/>
        </p:nvGrpSpPr>
        <p:grpSpPr>
          <a:xfrm>
            <a:off x="1710032" y="1457887"/>
            <a:ext cx="8522039" cy="4018911"/>
            <a:chOff x="1853861" y="1341593"/>
            <a:chExt cx="8522039" cy="4018911"/>
          </a:xfrm>
        </p:grpSpPr>
        <p:sp>
          <p:nvSpPr>
            <p:cNvPr id="18" name="Rectangle: Rounded Corners 17">
              <a:extLst>
                <a:ext uri="{FF2B5EF4-FFF2-40B4-BE49-F238E27FC236}">
                  <a16:creationId xmlns:a16="http://schemas.microsoft.com/office/drawing/2014/main" id="{DFF48094-66FA-39A7-4CD3-A2AC74B72D3F}"/>
                </a:ext>
              </a:extLst>
            </p:cNvPr>
            <p:cNvSpPr/>
            <p:nvPr/>
          </p:nvSpPr>
          <p:spPr>
            <a:xfrm>
              <a:off x="1853861" y="1341593"/>
              <a:ext cx="8522039" cy="4018911"/>
            </a:xfrm>
            <a:prstGeom prst="roundRect">
              <a:avLst>
                <a:gd name="adj" fmla="val 4311"/>
              </a:avLst>
            </a:prstGeom>
            <a:solidFill>
              <a:schemeClr val="bg1"/>
            </a:solidFill>
            <a:ln w="508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SE" sz="2400" dirty="0">
                <a:solidFill>
                  <a:schemeClr val="tx2"/>
                </a:solidFill>
                <a:latin typeface="+mj-lt"/>
              </a:endParaRPr>
            </a:p>
          </p:txBody>
        </p:sp>
        <p:pic>
          <p:nvPicPr>
            <p:cNvPr id="1030" name="Picture 6">
              <a:extLst>
                <a:ext uri="{FF2B5EF4-FFF2-40B4-BE49-F238E27FC236}">
                  <a16:creationId xmlns:a16="http://schemas.microsoft.com/office/drawing/2014/main" id="{B2AF5E11-AEFA-355D-0DBA-A934F3AF67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9546" y="1497498"/>
              <a:ext cx="7812910" cy="386300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435693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7">
          <a:extLst>
            <a:ext uri="{FF2B5EF4-FFF2-40B4-BE49-F238E27FC236}">
              <a16:creationId xmlns:a16="http://schemas.microsoft.com/office/drawing/2014/main" id="{DF81B9AC-962E-4262-6818-C182DC8BDCA6}"/>
            </a:ext>
          </a:extLst>
        </p:cNvPr>
        <p:cNvGrpSpPr/>
        <p:nvPr/>
      </p:nvGrpSpPr>
      <p:grpSpPr>
        <a:xfrm>
          <a:off x="0" y="0"/>
          <a:ext cx="0" cy="0"/>
          <a:chOff x="0" y="0"/>
          <a:chExt cx="0" cy="0"/>
        </a:xfrm>
      </p:grpSpPr>
      <p:sp>
        <p:nvSpPr>
          <p:cNvPr id="248" name="Google Shape;248;p40">
            <a:extLst>
              <a:ext uri="{FF2B5EF4-FFF2-40B4-BE49-F238E27FC236}">
                <a16:creationId xmlns:a16="http://schemas.microsoft.com/office/drawing/2014/main" id="{C38F3717-29CB-8F2A-9CCD-2207FEA6FA31}"/>
              </a:ext>
            </a:extLst>
          </p:cNvPr>
          <p:cNvSpPr txBox="1">
            <a:spLocks noGrp="1"/>
          </p:cNvSpPr>
          <p:nvPr>
            <p:ph type="title"/>
          </p:nvPr>
        </p:nvSpPr>
        <p:spPr>
          <a:xfrm>
            <a:off x="533062" y="182407"/>
            <a:ext cx="10325100" cy="831600"/>
          </a:xfrm>
          <a:prstGeom prst="rect">
            <a:avLst/>
          </a:prstGeom>
        </p:spPr>
        <p:txBody>
          <a:bodyPr spcFirstLastPara="1" wrap="square" lIns="216000" tIns="108000" rIns="216000" bIns="108000" anchor="t" anchorCtr="0">
            <a:noAutofit/>
          </a:bodyPr>
          <a:lstStyle/>
          <a:p>
            <a:pPr>
              <a:spcAft>
                <a:spcPts val="1600"/>
              </a:spcAft>
            </a:pPr>
            <a:r>
              <a:rPr lang="en" dirty="0"/>
              <a:t>Data</a:t>
            </a:r>
            <a:r>
              <a:rPr lang="en-US" dirty="0"/>
              <a:t>set</a:t>
            </a:r>
            <a:r>
              <a:rPr lang="zh-CN" altLang="en-US" dirty="0"/>
              <a:t> </a:t>
            </a:r>
            <a:r>
              <a:rPr lang="en-US" altLang="zh-CN" dirty="0"/>
              <a:t>-</a:t>
            </a:r>
            <a:r>
              <a:rPr lang="zh-CN" altLang="en-US" dirty="0"/>
              <a:t> </a:t>
            </a:r>
            <a:r>
              <a:rPr lang="en-US" altLang="zh-CN" dirty="0"/>
              <a:t>Overview</a:t>
            </a:r>
            <a:endParaRPr dirty="0"/>
          </a:p>
        </p:txBody>
      </p:sp>
      <p:sp>
        <p:nvSpPr>
          <p:cNvPr id="250" name="Google Shape;250;p40">
            <a:extLst>
              <a:ext uri="{FF2B5EF4-FFF2-40B4-BE49-F238E27FC236}">
                <a16:creationId xmlns:a16="http://schemas.microsoft.com/office/drawing/2014/main" id="{8FDB2468-6F0B-C25C-B248-37AF40B49D00}"/>
              </a:ext>
            </a:extLst>
          </p:cNvPr>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5</a:t>
            </a:fld>
            <a:endParaRPr/>
          </a:p>
        </p:txBody>
      </p:sp>
      <p:graphicFrame>
        <p:nvGraphicFramePr>
          <p:cNvPr id="2" name="Table 1">
            <a:extLst>
              <a:ext uri="{FF2B5EF4-FFF2-40B4-BE49-F238E27FC236}">
                <a16:creationId xmlns:a16="http://schemas.microsoft.com/office/drawing/2014/main" id="{F0C0E2EE-B7DD-F0C8-335F-1760ED64C8F1}"/>
              </a:ext>
            </a:extLst>
          </p:cNvPr>
          <p:cNvGraphicFramePr>
            <a:graphicFrameLocks noGrp="1"/>
          </p:cNvGraphicFramePr>
          <p:nvPr>
            <p:extLst>
              <p:ext uri="{D42A27DB-BD31-4B8C-83A1-F6EECF244321}">
                <p14:modId xmlns:p14="http://schemas.microsoft.com/office/powerpoint/2010/main" val="3669343384"/>
              </p:ext>
            </p:extLst>
          </p:nvPr>
        </p:nvGraphicFramePr>
        <p:xfrm>
          <a:off x="1875790" y="2629732"/>
          <a:ext cx="8440420" cy="2735294"/>
        </p:xfrm>
        <a:graphic>
          <a:graphicData uri="http://schemas.openxmlformats.org/drawingml/2006/table">
            <a:tbl>
              <a:tblPr/>
              <a:tblGrid>
                <a:gridCol w="2110105">
                  <a:extLst>
                    <a:ext uri="{9D8B030D-6E8A-4147-A177-3AD203B41FA5}">
                      <a16:colId xmlns:a16="http://schemas.microsoft.com/office/drawing/2014/main" val="1526984477"/>
                    </a:ext>
                  </a:extLst>
                </a:gridCol>
                <a:gridCol w="2110105">
                  <a:extLst>
                    <a:ext uri="{9D8B030D-6E8A-4147-A177-3AD203B41FA5}">
                      <a16:colId xmlns:a16="http://schemas.microsoft.com/office/drawing/2014/main" val="179725092"/>
                    </a:ext>
                  </a:extLst>
                </a:gridCol>
                <a:gridCol w="2110105">
                  <a:extLst>
                    <a:ext uri="{9D8B030D-6E8A-4147-A177-3AD203B41FA5}">
                      <a16:colId xmlns:a16="http://schemas.microsoft.com/office/drawing/2014/main" val="639396774"/>
                    </a:ext>
                  </a:extLst>
                </a:gridCol>
                <a:gridCol w="2110105">
                  <a:extLst>
                    <a:ext uri="{9D8B030D-6E8A-4147-A177-3AD203B41FA5}">
                      <a16:colId xmlns:a16="http://schemas.microsoft.com/office/drawing/2014/main" val="3533863120"/>
                    </a:ext>
                  </a:extLst>
                </a:gridCol>
              </a:tblGrid>
              <a:tr h="491168">
                <a:tc>
                  <a:txBody>
                    <a:bodyPr/>
                    <a:lstStyle/>
                    <a:p>
                      <a:pPr algn="ctr" rtl="0" fontAlgn="base">
                        <a:lnSpc>
                          <a:spcPts val="1890"/>
                        </a:lnSpc>
                        <a:spcBef>
                          <a:spcPts val="600"/>
                        </a:spcBef>
                        <a:buNone/>
                      </a:pPr>
                      <a:r>
                        <a:rPr lang="en-US" sz="2400" b="1" i="0">
                          <a:solidFill>
                            <a:schemeClr val="tx2"/>
                          </a:solidFill>
                          <a:effectLst/>
                          <a:latin typeface="+mj-lt"/>
                        </a:rPr>
                        <a:t>Label </a:t>
                      </a:r>
                      <a:endParaRPr lang="en-US" sz="3200" b="1" i="0">
                        <a:solidFill>
                          <a:schemeClr val="tx2"/>
                        </a:solidFill>
                        <a:effectLst/>
                        <a:latin typeface="+mj-lt"/>
                      </a:endParaRPr>
                    </a:p>
                  </a:txBody>
                  <a:tcPr marL="0" marR="0" marT="0" marB="0" anchor="ctr">
                    <a:lnL>
                      <a:noFill/>
                    </a:lnL>
                    <a:lnR>
                      <a:noFill/>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lnSpc>
                          <a:spcPts val="1890"/>
                        </a:lnSpc>
                        <a:spcBef>
                          <a:spcPts val="600"/>
                        </a:spcBef>
                        <a:buNone/>
                      </a:pPr>
                      <a:r>
                        <a:rPr lang="en-US" sz="2400" b="1" i="0" dirty="0">
                          <a:solidFill>
                            <a:schemeClr val="tx2"/>
                          </a:solidFill>
                          <a:effectLst/>
                          <a:latin typeface="+mj-lt"/>
                        </a:rPr>
                        <a:t>Train </a:t>
                      </a:r>
                      <a:endParaRPr lang="en-US" sz="3200" b="1" i="0" dirty="0">
                        <a:solidFill>
                          <a:schemeClr val="tx2"/>
                        </a:solidFill>
                        <a:effectLst/>
                        <a:latin typeface="+mj-lt"/>
                      </a:endParaRPr>
                    </a:p>
                  </a:txBody>
                  <a:tcPr marL="0" marR="0" marT="0" marB="0" anchor="ctr">
                    <a:lnL>
                      <a:noFill/>
                    </a:lnL>
                    <a:lnR>
                      <a:noFill/>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lnSpc>
                          <a:spcPts val="1890"/>
                        </a:lnSpc>
                        <a:spcBef>
                          <a:spcPts val="600"/>
                        </a:spcBef>
                        <a:buNone/>
                      </a:pPr>
                      <a:r>
                        <a:rPr lang="en-US" sz="2400" b="1" i="0" dirty="0">
                          <a:solidFill>
                            <a:schemeClr val="tx2"/>
                          </a:solidFill>
                          <a:effectLst/>
                          <a:latin typeface="+mj-lt"/>
                        </a:rPr>
                        <a:t>Validation </a:t>
                      </a:r>
                      <a:endParaRPr lang="en-US" sz="3200" b="1" i="0" dirty="0">
                        <a:solidFill>
                          <a:schemeClr val="tx2"/>
                        </a:solidFill>
                        <a:effectLst/>
                        <a:latin typeface="+mj-lt"/>
                      </a:endParaRPr>
                    </a:p>
                  </a:txBody>
                  <a:tcPr marL="0" marR="0" marT="0" marB="0" anchor="ctr">
                    <a:lnL>
                      <a:noFill/>
                    </a:lnL>
                    <a:lnR>
                      <a:noFill/>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lnSpc>
                          <a:spcPts val="1890"/>
                        </a:lnSpc>
                        <a:spcBef>
                          <a:spcPts val="600"/>
                        </a:spcBef>
                        <a:buNone/>
                      </a:pPr>
                      <a:r>
                        <a:rPr lang="en-US" sz="2400" b="1" i="0" dirty="0">
                          <a:solidFill>
                            <a:schemeClr val="tx2"/>
                          </a:solidFill>
                          <a:effectLst/>
                          <a:latin typeface="+mj-lt"/>
                        </a:rPr>
                        <a:t>Test </a:t>
                      </a:r>
                      <a:endParaRPr lang="en-US" sz="3200" b="1" i="0" dirty="0">
                        <a:solidFill>
                          <a:schemeClr val="tx2"/>
                        </a:solidFill>
                        <a:effectLst/>
                        <a:latin typeface="+mj-lt"/>
                      </a:endParaRPr>
                    </a:p>
                  </a:txBody>
                  <a:tcPr marL="0" marR="0" marT="0" marB="0" anchor="ctr">
                    <a:lnL>
                      <a:noFill/>
                    </a:lnL>
                    <a:lnR>
                      <a:noFill/>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6257297"/>
                  </a:ext>
                </a:extLst>
              </a:tr>
              <a:tr h="876479">
                <a:tc>
                  <a:txBody>
                    <a:bodyPr/>
                    <a:lstStyle/>
                    <a:p>
                      <a:pPr algn="ctr" rtl="0" fontAlgn="base">
                        <a:lnSpc>
                          <a:spcPts val="1890"/>
                        </a:lnSpc>
                        <a:spcBef>
                          <a:spcPts val="600"/>
                        </a:spcBef>
                        <a:buNone/>
                      </a:pPr>
                      <a:r>
                        <a:rPr lang="en" sz="2400" b="0" i="0">
                          <a:solidFill>
                            <a:schemeClr val="tx2"/>
                          </a:solidFill>
                          <a:effectLst/>
                          <a:latin typeface="+mj-lt"/>
                        </a:rPr>
                        <a:t>0 </a:t>
                      </a:r>
                      <a:endParaRPr lang="en" sz="3200" b="0" i="0">
                        <a:solidFill>
                          <a:schemeClr val="tx2"/>
                        </a:solidFill>
                        <a:effectLst/>
                        <a:latin typeface="+mj-lt"/>
                      </a:endParaRPr>
                    </a:p>
                  </a:txBody>
                  <a:tcPr marL="0" marR="0" marT="0" marB="0" anchor="ctr">
                    <a:lnL>
                      <a:noFill/>
                    </a:lnL>
                    <a:lnR>
                      <a:noFill/>
                    </a:lnR>
                    <a:lnT w="38100" cap="flat" cmpd="sng" algn="ctr">
                      <a:solidFill>
                        <a:schemeClr val="tx2"/>
                      </a:solidFill>
                      <a:prstDash val="solid"/>
                      <a:round/>
                      <a:headEnd type="none" w="med" len="med"/>
                      <a:tailEnd type="none" w="med" len="med"/>
                    </a:lnT>
                    <a:lnB>
                      <a:noFill/>
                    </a:lnB>
                    <a:noFill/>
                  </a:tcPr>
                </a:tc>
                <a:tc>
                  <a:txBody>
                    <a:bodyPr/>
                    <a:lstStyle/>
                    <a:p>
                      <a:pPr algn="ctr" rtl="0" fontAlgn="base">
                        <a:lnSpc>
                          <a:spcPts val="1890"/>
                        </a:lnSpc>
                        <a:spcBef>
                          <a:spcPts val="600"/>
                        </a:spcBef>
                        <a:buNone/>
                      </a:pPr>
                      <a:r>
                        <a:rPr lang="en" sz="2400" b="0" i="0" dirty="0">
                          <a:solidFill>
                            <a:schemeClr val="tx2"/>
                          </a:solidFill>
                          <a:effectLst/>
                          <a:latin typeface="+mj-lt"/>
                        </a:rPr>
                        <a:t>14425</a:t>
                      </a:r>
                    </a:p>
                    <a:p>
                      <a:pPr algn="ctr" rtl="0" fontAlgn="base">
                        <a:lnSpc>
                          <a:spcPts val="1890"/>
                        </a:lnSpc>
                        <a:spcBef>
                          <a:spcPts val="600"/>
                        </a:spcBef>
                        <a:buNone/>
                      </a:pPr>
                      <a:r>
                        <a:rPr lang="en" sz="2400" b="0" i="0" dirty="0">
                          <a:solidFill>
                            <a:schemeClr val="tx2"/>
                          </a:solidFill>
                          <a:effectLst/>
                          <a:latin typeface="+mj-lt"/>
                        </a:rPr>
                        <a:t> (46.80%</a:t>
                      </a:r>
                      <a:r>
                        <a:rPr lang="en" altLang="zh-CN" sz="2400" b="0" i="0" dirty="0">
                          <a:solidFill>
                            <a:schemeClr val="tx2"/>
                          </a:solidFill>
                          <a:effectLst/>
                          <a:latin typeface="+mj-lt"/>
                          <a:ea typeface="Open Sans" panose="020B0606030504020204" pitchFamily="34" charset="0"/>
                        </a:rPr>
                        <a:t>)</a:t>
                      </a:r>
                      <a:r>
                        <a:rPr lang="en" sz="2400" b="0" i="0" dirty="0">
                          <a:solidFill>
                            <a:schemeClr val="tx2"/>
                          </a:solidFill>
                          <a:effectLst/>
                          <a:latin typeface="+mj-lt"/>
                        </a:rPr>
                        <a:t> </a:t>
                      </a:r>
                      <a:endParaRPr lang="en" sz="3200" b="0" i="0" dirty="0">
                        <a:solidFill>
                          <a:schemeClr val="tx2"/>
                        </a:solidFill>
                        <a:effectLst/>
                        <a:latin typeface="+mj-lt"/>
                      </a:endParaRPr>
                    </a:p>
                  </a:txBody>
                  <a:tcPr marL="0" marR="0" marT="0" marB="0" anchor="ctr">
                    <a:lnL>
                      <a:noFill/>
                    </a:lnL>
                    <a:lnR>
                      <a:noFill/>
                    </a:lnR>
                    <a:lnT w="38100" cap="flat" cmpd="sng" algn="ctr">
                      <a:solidFill>
                        <a:schemeClr val="tx2"/>
                      </a:solidFill>
                      <a:prstDash val="solid"/>
                      <a:round/>
                      <a:headEnd type="none" w="med" len="med"/>
                      <a:tailEnd type="none" w="med" len="med"/>
                    </a:lnT>
                    <a:lnB>
                      <a:noFill/>
                    </a:lnB>
                    <a:noFill/>
                  </a:tcPr>
                </a:tc>
                <a:tc>
                  <a:txBody>
                    <a:bodyPr/>
                    <a:lstStyle/>
                    <a:p>
                      <a:pPr algn="ctr" rtl="0" fontAlgn="base">
                        <a:lnSpc>
                          <a:spcPts val="1890"/>
                        </a:lnSpc>
                        <a:spcBef>
                          <a:spcPts val="600"/>
                        </a:spcBef>
                        <a:buNone/>
                      </a:pPr>
                      <a:r>
                        <a:rPr lang="en" sz="2400" b="0" i="0" dirty="0">
                          <a:solidFill>
                            <a:schemeClr val="tx2"/>
                          </a:solidFill>
                          <a:effectLst/>
                          <a:latin typeface="+mj-lt"/>
                        </a:rPr>
                        <a:t>8236</a:t>
                      </a:r>
                    </a:p>
                    <a:p>
                      <a:pPr algn="ctr" rtl="0" fontAlgn="base">
                        <a:lnSpc>
                          <a:spcPts val="1890"/>
                        </a:lnSpc>
                        <a:spcBef>
                          <a:spcPts val="600"/>
                        </a:spcBef>
                        <a:buNone/>
                      </a:pPr>
                      <a:r>
                        <a:rPr lang="en" sz="2400" b="0" i="0" dirty="0">
                          <a:solidFill>
                            <a:schemeClr val="tx2"/>
                          </a:solidFill>
                          <a:effectLst/>
                          <a:latin typeface="+mj-lt"/>
                        </a:rPr>
                        <a:t> (50.00%) </a:t>
                      </a:r>
                      <a:endParaRPr lang="en" sz="3200" b="0" i="0" dirty="0">
                        <a:solidFill>
                          <a:schemeClr val="tx2"/>
                        </a:solidFill>
                        <a:effectLst/>
                        <a:latin typeface="+mj-lt"/>
                      </a:endParaRPr>
                    </a:p>
                  </a:txBody>
                  <a:tcPr marL="0" marR="0" marT="0" marB="0" anchor="ctr">
                    <a:lnL>
                      <a:noFill/>
                    </a:lnL>
                    <a:lnR>
                      <a:noFill/>
                    </a:lnR>
                    <a:lnT w="38100" cap="flat" cmpd="sng" algn="ctr">
                      <a:solidFill>
                        <a:schemeClr val="tx2"/>
                      </a:solidFill>
                      <a:prstDash val="solid"/>
                      <a:round/>
                      <a:headEnd type="none" w="med" len="med"/>
                      <a:tailEnd type="none" w="med" len="med"/>
                    </a:lnT>
                    <a:lnB>
                      <a:noFill/>
                    </a:lnB>
                    <a:noFill/>
                  </a:tcPr>
                </a:tc>
                <a:tc>
                  <a:txBody>
                    <a:bodyPr/>
                    <a:lstStyle/>
                    <a:p>
                      <a:pPr algn="ctr" rtl="0" fontAlgn="base">
                        <a:lnSpc>
                          <a:spcPts val="1890"/>
                        </a:lnSpc>
                        <a:spcBef>
                          <a:spcPts val="600"/>
                        </a:spcBef>
                        <a:buNone/>
                      </a:pPr>
                      <a:r>
                        <a:rPr lang="en" sz="2400" b="0" i="0" dirty="0">
                          <a:solidFill>
                            <a:schemeClr val="tx2"/>
                          </a:solidFill>
                          <a:effectLst/>
                          <a:latin typeface="+mj-lt"/>
                        </a:rPr>
                        <a:t>8186 </a:t>
                      </a:r>
                    </a:p>
                    <a:p>
                      <a:pPr algn="ctr" rtl="0" fontAlgn="base">
                        <a:lnSpc>
                          <a:spcPts val="1890"/>
                        </a:lnSpc>
                        <a:spcBef>
                          <a:spcPts val="600"/>
                        </a:spcBef>
                        <a:buNone/>
                      </a:pPr>
                      <a:r>
                        <a:rPr lang="en" sz="2400" b="0" i="0" dirty="0">
                          <a:solidFill>
                            <a:schemeClr val="tx2"/>
                          </a:solidFill>
                          <a:effectLst/>
                          <a:latin typeface="+mj-lt"/>
                        </a:rPr>
                        <a:t>(49.94%) </a:t>
                      </a:r>
                      <a:endParaRPr lang="en" sz="3200" b="0" i="0" dirty="0">
                        <a:solidFill>
                          <a:schemeClr val="tx2"/>
                        </a:solidFill>
                        <a:effectLst/>
                        <a:latin typeface="+mj-lt"/>
                      </a:endParaRPr>
                    </a:p>
                  </a:txBody>
                  <a:tcPr marL="0" marR="0" marT="0" marB="0" anchor="ctr">
                    <a:lnL>
                      <a:noFill/>
                    </a:lnL>
                    <a:lnR>
                      <a:noFill/>
                    </a:lnR>
                    <a:lnT w="38100" cap="flat" cmpd="sng" algn="ctr">
                      <a:solidFill>
                        <a:schemeClr val="tx2"/>
                      </a:solidFill>
                      <a:prstDash val="solid"/>
                      <a:round/>
                      <a:headEnd type="none" w="med" len="med"/>
                      <a:tailEnd type="none" w="med" len="med"/>
                    </a:lnT>
                    <a:lnB>
                      <a:noFill/>
                    </a:lnB>
                    <a:noFill/>
                  </a:tcPr>
                </a:tc>
                <a:extLst>
                  <a:ext uri="{0D108BD9-81ED-4DB2-BD59-A6C34878D82A}">
                    <a16:rowId xmlns:a16="http://schemas.microsoft.com/office/drawing/2014/main" val="2408703834"/>
                  </a:ext>
                </a:extLst>
              </a:tr>
              <a:tr h="876479">
                <a:tc>
                  <a:txBody>
                    <a:bodyPr/>
                    <a:lstStyle/>
                    <a:p>
                      <a:pPr algn="ctr" rtl="0" fontAlgn="base">
                        <a:lnSpc>
                          <a:spcPts val="1890"/>
                        </a:lnSpc>
                        <a:spcBef>
                          <a:spcPts val="600"/>
                        </a:spcBef>
                        <a:buNone/>
                      </a:pPr>
                      <a:r>
                        <a:rPr lang="en" sz="2400" b="0" i="0" dirty="0">
                          <a:solidFill>
                            <a:schemeClr val="tx2"/>
                          </a:solidFill>
                          <a:effectLst/>
                          <a:latin typeface="+mj-lt"/>
                        </a:rPr>
                        <a:t>1 </a:t>
                      </a:r>
                      <a:endParaRPr lang="en" sz="3200" b="0" i="0" dirty="0">
                        <a:solidFill>
                          <a:schemeClr val="tx2"/>
                        </a:solidFill>
                        <a:effectLst/>
                        <a:latin typeface="+mj-lt"/>
                      </a:endParaRPr>
                    </a:p>
                  </a:txBody>
                  <a:tcPr marL="0" marR="0" marT="0" marB="0" anchor="ctr">
                    <a:lnL>
                      <a:noFill/>
                    </a:lnL>
                    <a:lnR>
                      <a:noFill/>
                    </a:lnR>
                    <a:lnT>
                      <a:noFill/>
                    </a:lnT>
                    <a:lnB>
                      <a:noFill/>
                    </a:lnB>
                    <a:noFill/>
                  </a:tcPr>
                </a:tc>
                <a:tc>
                  <a:txBody>
                    <a:bodyPr/>
                    <a:lstStyle/>
                    <a:p>
                      <a:pPr algn="ctr" rtl="0" fontAlgn="base">
                        <a:lnSpc>
                          <a:spcPts val="1890"/>
                        </a:lnSpc>
                        <a:spcBef>
                          <a:spcPts val="600"/>
                        </a:spcBef>
                        <a:buNone/>
                      </a:pPr>
                      <a:r>
                        <a:rPr lang="en" sz="2400" b="0" i="0" dirty="0">
                          <a:solidFill>
                            <a:schemeClr val="tx2"/>
                          </a:solidFill>
                          <a:effectLst/>
                          <a:latin typeface="+mj-lt"/>
                        </a:rPr>
                        <a:t>16400</a:t>
                      </a:r>
                    </a:p>
                    <a:p>
                      <a:pPr algn="ctr" rtl="0" fontAlgn="base">
                        <a:lnSpc>
                          <a:spcPts val="1890"/>
                        </a:lnSpc>
                        <a:spcBef>
                          <a:spcPts val="600"/>
                        </a:spcBef>
                        <a:buNone/>
                      </a:pPr>
                      <a:r>
                        <a:rPr lang="en" sz="2400" b="0" i="0" dirty="0">
                          <a:solidFill>
                            <a:schemeClr val="tx2"/>
                          </a:solidFill>
                          <a:effectLst/>
                          <a:latin typeface="+mj-lt"/>
                        </a:rPr>
                        <a:t> (53.20%) </a:t>
                      </a:r>
                      <a:endParaRPr lang="en" sz="3200" b="0" i="0" dirty="0">
                        <a:solidFill>
                          <a:schemeClr val="tx2"/>
                        </a:solidFill>
                        <a:effectLst/>
                        <a:latin typeface="+mj-lt"/>
                      </a:endParaRPr>
                    </a:p>
                  </a:txBody>
                  <a:tcPr marL="0" marR="0" marT="0" marB="0" anchor="ctr">
                    <a:lnL>
                      <a:noFill/>
                    </a:lnL>
                    <a:lnR>
                      <a:noFill/>
                    </a:lnR>
                    <a:lnT>
                      <a:noFill/>
                    </a:lnT>
                    <a:lnB>
                      <a:noFill/>
                    </a:lnB>
                    <a:noFill/>
                  </a:tcPr>
                </a:tc>
                <a:tc>
                  <a:txBody>
                    <a:bodyPr/>
                    <a:lstStyle/>
                    <a:p>
                      <a:pPr algn="ctr" rtl="0" fontAlgn="base">
                        <a:lnSpc>
                          <a:spcPts val="1890"/>
                        </a:lnSpc>
                        <a:spcBef>
                          <a:spcPts val="600"/>
                        </a:spcBef>
                        <a:buNone/>
                      </a:pPr>
                      <a:r>
                        <a:rPr lang="en" sz="2400" b="0" i="0" dirty="0">
                          <a:solidFill>
                            <a:schemeClr val="tx2"/>
                          </a:solidFill>
                          <a:effectLst/>
                          <a:latin typeface="+mj-lt"/>
                        </a:rPr>
                        <a:t>8236</a:t>
                      </a:r>
                    </a:p>
                    <a:p>
                      <a:pPr algn="ctr" rtl="0" fontAlgn="base">
                        <a:lnSpc>
                          <a:spcPts val="1890"/>
                        </a:lnSpc>
                        <a:spcBef>
                          <a:spcPts val="600"/>
                        </a:spcBef>
                        <a:buNone/>
                      </a:pPr>
                      <a:r>
                        <a:rPr lang="en" sz="2400" b="0" i="0" dirty="0">
                          <a:solidFill>
                            <a:schemeClr val="tx2"/>
                          </a:solidFill>
                          <a:effectLst/>
                          <a:latin typeface="+mj-lt"/>
                        </a:rPr>
                        <a:t> (50.00%) </a:t>
                      </a:r>
                      <a:endParaRPr lang="en" sz="3200" b="0" i="0" dirty="0">
                        <a:solidFill>
                          <a:schemeClr val="tx2"/>
                        </a:solidFill>
                        <a:effectLst/>
                        <a:latin typeface="+mj-lt"/>
                      </a:endParaRPr>
                    </a:p>
                  </a:txBody>
                  <a:tcPr marL="0" marR="0" marT="0" marB="0" anchor="ctr">
                    <a:lnL>
                      <a:noFill/>
                    </a:lnL>
                    <a:lnR>
                      <a:noFill/>
                    </a:lnR>
                    <a:lnT>
                      <a:noFill/>
                    </a:lnT>
                    <a:lnB>
                      <a:noFill/>
                    </a:lnB>
                    <a:noFill/>
                  </a:tcPr>
                </a:tc>
                <a:tc>
                  <a:txBody>
                    <a:bodyPr/>
                    <a:lstStyle/>
                    <a:p>
                      <a:pPr algn="ctr" rtl="0" fontAlgn="base">
                        <a:lnSpc>
                          <a:spcPts val="1890"/>
                        </a:lnSpc>
                        <a:spcBef>
                          <a:spcPts val="600"/>
                        </a:spcBef>
                        <a:buNone/>
                      </a:pPr>
                      <a:r>
                        <a:rPr lang="en" sz="2400" b="0" i="0" dirty="0">
                          <a:solidFill>
                            <a:schemeClr val="tx2"/>
                          </a:solidFill>
                          <a:effectLst/>
                          <a:latin typeface="+mj-lt"/>
                        </a:rPr>
                        <a:t>8206</a:t>
                      </a:r>
                    </a:p>
                    <a:p>
                      <a:pPr algn="ctr" rtl="0" fontAlgn="base">
                        <a:lnSpc>
                          <a:spcPts val="1890"/>
                        </a:lnSpc>
                        <a:spcBef>
                          <a:spcPts val="600"/>
                        </a:spcBef>
                        <a:buNone/>
                      </a:pPr>
                      <a:r>
                        <a:rPr lang="en" sz="2400" b="0" i="0" dirty="0">
                          <a:solidFill>
                            <a:schemeClr val="tx2"/>
                          </a:solidFill>
                          <a:effectLst/>
                          <a:latin typeface="+mj-lt"/>
                        </a:rPr>
                        <a:t> (50.06%) </a:t>
                      </a:r>
                      <a:endParaRPr lang="en" sz="3200" b="0" i="0" dirty="0">
                        <a:solidFill>
                          <a:schemeClr val="tx2"/>
                        </a:solidFill>
                        <a:effectLst/>
                        <a:latin typeface="+mj-lt"/>
                      </a:endParaRPr>
                    </a:p>
                  </a:txBody>
                  <a:tcPr marL="0" marR="0" marT="0" marB="0" anchor="ctr">
                    <a:lnL>
                      <a:noFill/>
                    </a:lnL>
                    <a:lnR>
                      <a:noFill/>
                    </a:lnR>
                    <a:lnT>
                      <a:noFill/>
                    </a:lnT>
                    <a:lnB>
                      <a:noFill/>
                    </a:lnB>
                    <a:noFill/>
                  </a:tcPr>
                </a:tc>
                <a:extLst>
                  <a:ext uri="{0D108BD9-81ED-4DB2-BD59-A6C34878D82A}">
                    <a16:rowId xmlns:a16="http://schemas.microsoft.com/office/drawing/2014/main" val="584336812"/>
                  </a:ext>
                </a:extLst>
              </a:tr>
              <a:tr h="491168">
                <a:tc>
                  <a:txBody>
                    <a:bodyPr/>
                    <a:lstStyle/>
                    <a:p>
                      <a:pPr algn="ctr" rtl="0" fontAlgn="base">
                        <a:lnSpc>
                          <a:spcPts val="1890"/>
                        </a:lnSpc>
                        <a:spcBef>
                          <a:spcPts val="600"/>
                        </a:spcBef>
                        <a:buNone/>
                      </a:pPr>
                      <a:r>
                        <a:rPr lang="en-US" sz="2400" b="0" i="0">
                          <a:solidFill>
                            <a:schemeClr val="tx2"/>
                          </a:solidFill>
                          <a:effectLst/>
                          <a:latin typeface="+mj-lt"/>
                        </a:rPr>
                        <a:t>total </a:t>
                      </a:r>
                      <a:endParaRPr lang="en-US" sz="3200" b="0" i="0">
                        <a:solidFill>
                          <a:schemeClr val="tx2"/>
                        </a:solidFill>
                        <a:effectLst/>
                        <a:latin typeface="+mj-lt"/>
                      </a:endParaRPr>
                    </a:p>
                  </a:txBody>
                  <a:tcPr marL="0" marR="0" marT="0" marB="0" anchor="ctr">
                    <a:lnL>
                      <a:noFill/>
                    </a:lnL>
                    <a:lnR>
                      <a:noFill/>
                    </a:lnR>
                    <a:lnT>
                      <a:noFill/>
                    </a:lnT>
                    <a:lnB w="38100" cap="flat" cmpd="sng" algn="ctr">
                      <a:solidFill>
                        <a:schemeClr val="tx2"/>
                      </a:solidFill>
                      <a:prstDash val="solid"/>
                      <a:round/>
                      <a:headEnd type="none" w="med" len="med"/>
                      <a:tailEnd type="none" w="med" len="med"/>
                    </a:lnB>
                    <a:noFill/>
                  </a:tcPr>
                </a:tc>
                <a:tc>
                  <a:txBody>
                    <a:bodyPr/>
                    <a:lstStyle/>
                    <a:p>
                      <a:pPr algn="ctr" rtl="0" fontAlgn="base">
                        <a:lnSpc>
                          <a:spcPts val="1890"/>
                        </a:lnSpc>
                        <a:spcBef>
                          <a:spcPts val="600"/>
                        </a:spcBef>
                        <a:buNone/>
                      </a:pPr>
                      <a:r>
                        <a:rPr lang="en" sz="2400" b="0" i="0">
                          <a:solidFill>
                            <a:schemeClr val="tx2"/>
                          </a:solidFill>
                          <a:effectLst/>
                          <a:latin typeface="+mj-lt"/>
                        </a:rPr>
                        <a:t>30825 </a:t>
                      </a:r>
                      <a:endParaRPr lang="en" sz="3200" b="0" i="0">
                        <a:solidFill>
                          <a:schemeClr val="tx2"/>
                        </a:solidFill>
                        <a:effectLst/>
                        <a:latin typeface="+mj-lt"/>
                      </a:endParaRPr>
                    </a:p>
                  </a:txBody>
                  <a:tcPr marL="0" marR="0" marT="0" marB="0" anchor="ctr">
                    <a:lnL>
                      <a:noFill/>
                    </a:lnL>
                    <a:lnR>
                      <a:noFill/>
                    </a:lnR>
                    <a:lnT>
                      <a:noFill/>
                    </a:lnT>
                    <a:lnB w="38100" cap="flat" cmpd="sng" algn="ctr">
                      <a:solidFill>
                        <a:schemeClr val="tx2"/>
                      </a:solidFill>
                      <a:prstDash val="solid"/>
                      <a:round/>
                      <a:headEnd type="none" w="med" len="med"/>
                      <a:tailEnd type="none" w="med" len="med"/>
                    </a:lnB>
                    <a:noFill/>
                  </a:tcPr>
                </a:tc>
                <a:tc>
                  <a:txBody>
                    <a:bodyPr/>
                    <a:lstStyle/>
                    <a:p>
                      <a:pPr algn="ctr" rtl="0" fontAlgn="base">
                        <a:lnSpc>
                          <a:spcPts val="1890"/>
                        </a:lnSpc>
                        <a:spcBef>
                          <a:spcPts val="600"/>
                        </a:spcBef>
                        <a:buNone/>
                      </a:pPr>
                      <a:r>
                        <a:rPr lang="en" sz="2400" b="0" i="0">
                          <a:solidFill>
                            <a:schemeClr val="tx2"/>
                          </a:solidFill>
                          <a:effectLst/>
                          <a:latin typeface="+mj-lt"/>
                        </a:rPr>
                        <a:t>16472 </a:t>
                      </a:r>
                      <a:endParaRPr lang="en" sz="3200" b="0" i="0">
                        <a:solidFill>
                          <a:schemeClr val="tx2"/>
                        </a:solidFill>
                        <a:effectLst/>
                        <a:latin typeface="+mj-lt"/>
                      </a:endParaRPr>
                    </a:p>
                  </a:txBody>
                  <a:tcPr marL="0" marR="0" marT="0" marB="0" anchor="ctr">
                    <a:lnL>
                      <a:noFill/>
                    </a:lnL>
                    <a:lnR>
                      <a:noFill/>
                    </a:lnR>
                    <a:lnT>
                      <a:noFill/>
                    </a:lnT>
                    <a:lnB w="38100" cap="flat" cmpd="sng" algn="ctr">
                      <a:solidFill>
                        <a:schemeClr val="tx2"/>
                      </a:solidFill>
                      <a:prstDash val="solid"/>
                      <a:round/>
                      <a:headEnd type="none" w="med" len="med"/>
                      <a:tailEnd type="none" w="med" len="med"/>
                    </a:lnB>
                    <a:noFill/>
                  </a:tcPr>
                </a:tc>
                <a:tc>
                  <a:txBody>
                    <a:bodyPr/>
                    <a:lstStyle/>
                    <a:p>
                      <a:pPr algn="ctr" rtl="0" fontAlgn="base">
                        <a:lnSpc>
                          <a:spcPts val="1890"/>
                        </a:lnSpc>
                        <a:spcBef>
                          <a:spcPts val="600"/>
                        </a:spcBef>
                        <a:buNone/>
                      </a:pPr>
                      <a:r>
                        <a:rPr lang="en" sz="2400" b="0" i="0" dirty="0">
                          <a:solidFill>
                            <a:schemeClr val="tx2"/>
                          </a:solidFill>
                          <a:effectLst/>
                          <a:latin typeface="+mj-lt"/>
                        </a:rPr>
                        <a:t>16392 </a:t>
                      </a:r>
                      <a:endParaRPr lang="en" sz="3200" b="0" i="0" dirty="0">
                        <a:solidFill>
                          <a:schemeClr val="tx2"/>
                        </a:solidFill>
                        <a:effectLst/>
                        <a:latin typeface="+mj-lt"/>
                      </a:endParaRPr>
                    </a:p>
                  </a:txBody>
                  <a:tcPr marL="0" marR="0" marT="0" marB="0" anchor="ctr">
                    <a:lnL>
                      <a:noFill/>
                    </a:lnL>
                    <a:lnR>
                      <a:noFill/>
                    </a:lnR>
                    <a:lnT>
                      <a:noFill/>
                    </a:lnT>
                    <a:lnB w="381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498008017"/>
                  </a:ext>
                </a:extLst>
              </a:tr>
            </a:tbl>
          </a:graphicData>
        </a:graphic>
      </p:graphicFrame>
      <p:sp>
        <p:nvSpPr>
          <p:cNvPr id="3" name="TextBox 2">
            <a:extLst>
              <a:ext uri="{FF2B5EF4-FFF2-40B4-BE49-F238E27FC236}">
                <a16:creationId xmlns:a16="http://schemas.microsoft.com/office/drawing/2014/main" id="{98520E5F-6D42-E668-94CF-CAC3B1CC579E}"/>
              </a:ext>
            </a:extLst>
          </p:cNvPr>
          <p:cNvSpPr txBox="1"/>
          <p:nvPr/>
        </p:nvSpPr>
        <p:spPr>
          <a:xfrm>
            <a:off x="4638136" y="1937474"/>
            <a:ext cx="2915727" cy="461665"/>
          </a:xfrm>
          <a:prstGeom prst="rect">
            <a:avLst/>
          </a:prstGeom>
          <a:noFill/>
        </p:spPr>
        <p:txBody>
          <a:bodyPr wrap="square">
            <a:spAutoFit/>
          </a:bodyPr>
          <a:lstStyle/>
          <a:p>
            <a:pPr algn="ctr"/>
            <a:r>
              <a:rPr lang="en-US" sz="2400" b="1" dirty="0">
                <a:solidFill>
                  <a:schemeClr val="tx2"/>
                </a:solidFill>
              </a:rPr>
              <a:t>Samples Per Set</a:t>
            </a:r>
            <a:endParaRPr lang="en-SE" sz="2400" b="1" dirty="0">
              <a:solidFill>
                <a:schemeClr val="tx2"/>
              </a:solidFill>
            </a:endParaRPr>
          </a:p>
        </p:txBody>
      </p:sp>
    </p:spTree>
    <p:extLst>
      <p:ext uri="{BB962C8B-B14F-4D97-AF65-F5344CB8AC3E}">
        <p14:creationId xmlns:p14="http://schemas.microsoft.com/office/powerpoint/2010/main" val="154050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1F1AB8F7-CB8E-6E96-20D2-9D89F49C057F}"/>
              </a:ext>
            </a:extLst>
          </p:cNvPr>
          <p:cNvSpPr/>
          <p:nvPr/>
        </p:nvSpPr>
        <p:spPr>
          <a:xfrm>
            <a:off x="6096000" y="912856"/>
            <a:ext cx="4536821" cy="5039360"/>
          </a:xfrm>
          <a:prstGeom prst="roundRect">
            <a:avLst>
              <a:gd name="adj" fmla="val 7164"/>
            </a:avLst>
          </a:prstGeom>
          <a:solidFill>
            <a:schemeClr val="tx2">
              <a:alpha val="10000"/>
            </a:schemeClr>
          </a:solidFill>
          <a:ln w="508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SE" sz="2400" dirty="0">
              <a:solidFill>
                <a:schemeClr val="tx2"/>
              </a:solidFill>
              <a:latin typeface="+mj-lt"/>
            </a:endParaRPr>
          </a:p>
        </p:txBody>
      </p:sp>
      <p:sp>
        <p:nvSpPr>
          <p:cNvPr id="210" name="Google Shape;210;p36"/>
          <p:cNvSpPr txBox="1">
            <a:spLocks noGrp="1"/>
          </p:cNvSpPr>
          <p:nvPr>
            <p:ph type="title"/>
          </p:nvPr>
        </p:nvSpPr>
        <p:spPr>
          <a:xfrm>
            <a:off x="1148135" y="3432536"/>
            <a:ext cx="10509300" cy="613500"/>
          </a:xfrm>
          <a:prstGeom prst="rect">
            <a:avLst/>
          </a:prstGeom>
        </p:spPr>
        <p:txBody>
          <a:bodyPr spcFirstLastPara="1" wrap="square" lIns="91400" tIns="45700" rIns="91400" bIns="45700" anchor="t" anchorCtr="0">
            <a:noAutofit/>
          </a:bodyPr>
          <a:lstStyle/>
          <a:p>
            <a:pPr marL="0" lvl="0" indent="0" algn="l" rtl="0">
              <a:spcBef>
                <a:spcPts val="0"/>
              </a:spcBef>
              <a:spcAft>
                <a:spcPts val="0"/>
              </a:spcAft>
              <a:buNone/>
            </a:pPr>
            <a:r>
              <a:rPr lang="en-US" sz="3500" dirty="0"/>
              <a:t>On-device Training</a:t>
            </a:r>
          </a:p>
        </p:txBody>
      </p:sp>
      <p:sp>
        <p:nvSpPr>
          <p:cNvPr id="214" name="Google Shape;214;p36"/>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6</a:t>
            </a:fld>
            <a:endParaRPr/>
          </a:p>
        </p:txBody>
      </p:sp>
      <p:sp>
        <p:nvSpPr>
          <p:cNvPr id="2" name="Rectangle: Rounded Corners 1">
            <a:extLst>
              <a:ext uri="{FF2B5EF4-FFF2-40B4-BE49-F238E27FC236}">
                <a16:creationId xmlns:a16="http://schemas.microsoft.com/office/drawing/2014/main" id="{2110F55D-1597-F5DC-CF32-76E8E37DA1EA}"/>
              </a:ext>
            </a:extLst>
          </p:cNvPr>
          <p:cNvSpPr/>
          <p:nvPr/>
        </p:nvSpPr>
        <p:spPr>
          <a:xfrm>
            <a:off x="6614161" y="2320016"/>
            <a:ext cx="3474720" cy="896112"/>
          </a:xfrm>
          <a:prstGeom prst="roundRect">
            <a:avLst>
              <a:gd name="adj" fmla="val 26871"/>
            </a:avLst>
          </a:prstGeom>
          <a:no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dirty="0">
                <a:solidFill>
                  <a:schemeClr val="tx2"/>
                </a:solidFill>
                <a:latin typeface="+mj-lt"/>
              </a:rPr>
              <a:t>Data Collection</a:t>
            </a:r>
            <a:endParaRPr lang="en-SE" sz="2400" dirty="0">
              <a:solidFill>
                <a:schemeClr val="tx2"/>
              </a:solidFill>
              <a:latin typeface="+mj-lt"/>
            </a:endParaRPr>
          </a:p>
        </p:txBody>
      </p:sp>
      <p:sp>
        <p:nvSpPr>
          <p:cNvPr id="4" name="Rectangle: Rounded Corners 3">
            <a:extLst>
              <a:ext uri="{FF2B5EF4-FFF2-40B4-BE49-F238E27FC236}">
                <a16:creationId xmlns:a16="http://schemas.microsoft.com/office/drawing/2014/main" id="{CC82B88C-4ABD-8A6D-A485-9C61B970BFE5}"/>
              </a:ext>
            </a:extLst>
          </p:cNvPr>
          <p:cNvSpPr/>
          <p:nvPr/>
        </p:nvSpPr>
        <p:spPr>
          <a:xfrm>
            <a:off x="6614161" y="4582036"/>
            <a:ext cx="3474720" cy="896112"/>
          </a:xfrm>
          <a:prstGeom prst="roundRect">
            <a:avLst>
              <a:gd name="adj" fmla="val 26871"/>
            </a:avLst>
          </a:prstGeom>
          <a:no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dirty="0">
                <a:solidFill>
                  <a:schemeClr val="tx2"/>
                </a:solidFill>
                <a:latin typeface="+mj-lt"/>
              </a:rPr>
              <a:t>Federated Learning</a:t>
            </a:r>
            <a:endParaRPr lang="en-SE" sz="2400" dirty="0">
              <a:solidFill>
                <a:schemeClr val="tx2"/>
              </a:solidFill>
              <a:latin typeface="+mj-lt"/>
            </a:endParaRPr>
          </a:p>
        </p:txBody>
      </p:sp>
      <p:cxnSp>
        <p:nvCxnSpPr>
          <p:cNvPr id="6" name="Straight Connector 5">
            <a:extLst>
              <a:ext uri="{FF2B5EF4-FFF2-40B4-BE49-F238E27FC236}">
                <a16:creationId xmlns:a16="http://schemas.microsoft.com/office/drawing/2014/main" id="{FAF6B958-714B-9113-150B-3CA766E0B5C3}"/>
              </a:ext>
            </a:extLst>
          </p:cNvPr>
          <p:cNvCxnSpPr>
            <a:cxnSpLocks/>
            <a:stCxn id="2" idx="2"/>
            <a:endCxn id="3" idx="0"/>
          </p:cNvCxnSpPr>
          <p:nvPr/>
        </p:nvCxnSpPr>
        <p:spPr>
          <a:xfrm>
            <a:off x="8351521" y="3216128"/>
            <a:ext cx="0" cy="234898"/>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FC9F543-B93C-9CF3-344D-49E4D7246F7E}"/>
              </a:ext>
            </a:extLst>
          </p:cNvPr>
          <p:cNvCxnSpPr>
            <a:cxnSpLocks/>
            <a:stCxn id="3" idx="2"/>
            <a:endCxn id="4" idx="0"/>
          </p:cNvCxnSpPr>
          <p:nvPr/>
        </p:nvCxnSpPr>
        <p:spPr>
          <a:xfrm>
            <a:off x="8351521" y="4347138"/>
            <a:ext cx="0" cy="234898"/>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00E902C4-043C-ED07-CB6B-8E243CB090DD}"/>
              </a:ext>
            </a:extLst>
          </p:cNvPr>
          <p:cNvSpPr/>
          <p:nvPr/>
        </p:nvSpPr>
        <p:spPr>
          <a:xfrm>
            <a:off x="6627050" y="1238616"/>
            <a:ext cx="3474720" cy="714770"/>
          </a:xfrm>
          <a:prstGeom prst="roundRect">
            <a:avLst>
              <a:gd name="adj" fmla="val 50000"/>
            </a:avLst>
          </a:prstGeom>
          <a:solidFill>
            <a:schemeClr val="lt1"/>
          </a:solidFill>
          <a:ln w="508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b="1" dirty="0">
                <a:solidFill>
                  <a:schemeClr val="tx2"/>
                </a:solidFill>
                <a:latin typeface="+mj-lt"/>
              </a:rPr>
              <a:t>CONTENTS</a:t>
            </a:r>
            <a:endParaRPr lang="en-SE" sz="2400" b="1" dirty="0">
              <a:solidFill>
                <a:schemeClr val="tx2"/>
              </a:solidFill>
              <a:latin typeface="+mj-lt"/>
            </a:endParaRPr>
          </a:p>
        </p:txBody>
      </p:sp>
      <p:sp>
        <p:nvSpPr>
          <p:cNvPr id="3" name="Rectangle: Rounded Corners 2">
            <a:extLst>
              <a:ext uri="{FF2B5EF4-FFF2-40B4-BE49-F238E27FC236}">
                <a16:creationId xmlns:a16="http://schemas.microsoft.com/office/drawing/2014/main" id="{325CF110-A1B1-ED1A-C5C3-D6ECB16648C8}"/>
              </a:ext>
            </a:extLst>
          </p:cNvPr>
          <p:cNvSpPr/>
          <p:nvPr/>
        </p:nvSpPr>
        <p:spPr>
          <a:xfrm>
            <a:off x="6614161" y="3451026"/>
            <a:ext cx="3474720" cy="896112"/>
          </a:xfrm>
          <a:prstGeom prst="roundRect">
            <a:avLst>
              <a:gd name="adj" fmla="val 26871"/>
            </a:avLst>
          </a:prstGeom>
          <a:solidFill>
            <a:schemeClr val="tx2"/>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dirty="0">
                <a:solidFill>
                  <a:schemeClr val="bg1"/>
                </a:solidFill>
                <a:latin typeface="+mj-lt"/>
              </a:rPr>
              <a:t>On-device Training</a:t>
            </a:r>
            <a:endParaRPr lang="en-SE" sz="2400" dirty="0">
              <a:solidFill>
                <a:schemeClr val="bg1"/>
              </a:solidFill>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7">
          <a:extLst>
            <a:ext uri="{FF2B5EF4-FFF2-40B4-BE49-F238E27FC236}">
              <a16:creationId xmlns:a16="http://schemas.microsoft.com/office/drawing/2014/main" id="{DF81B9AC-962E-4262-6818-C182DC8BDCA6}"/>
            </a:ext>
          </a:extLst>
        </p:cNvPr>
        <p:cNvGrpSpPr/>
        <p:nvPr/>
      </p:nvGrpSpPr>
      <p:grpSpPr>
        <a:xfrm>
          <a:off x="0" y="0"/>
          <a:ext cx="0" cy="0"/>
          <a:chOff x="0" y="0"/>
          <a:chExt cx="0" cy="0"/>
        </a:xfrm>
      </p:grpSpPr>
      <p:sp>
        <p:nvSpPr>
          <p:cNvPr id="248" name="Google Shape;248;p40">
            <a:extLst>
              <a:ext uri="{FF2B5EF4-FFF2-40B4-BE49-F238E27FC236}">
                <a16:creationId xmlns:a16="http://schemas.microsoft.com/office/drawing/2014/main" id="{C38F3717-29CB-8F2A-9CCD-2207FEA6FA31}"/>
              </a:ext>
            </a:extLst>
          </p:cNvPr>
          <p:cNvSpPr txBox="1">
            <a:spLocks noGrp="1"/>
          </p:cNvSpPr>
          <p:nvPr>
            <p:ph type="title"/>
          </p:nvPr>
        </p:nvSpPr>
        <p:spPr>
          <a:xfrm>
            <a:off x="533062" y="182407"/>
            <a:ext cx="10325100" cy="831600"/>
          </a:xfrm>
          <a:prstGeom prst="rect">
            <a:avLst/>
          </a:prstGeom>
        </p:spPr>
        <p:txBody>
          <a:bodyPr spcFirstLastPara="1" wrap="square" lIns="216000" tIns="108000" rIns="216000" bIns="108000" anchor="t" anchorCtr="0">
            <a:noAutofit/>
          </a:bodyPr>
          <a:lstStyle/>
          <a:p>
            <a:pPr>
              <a:spcAft>
                <a:spcPts val="1600"/>
              </a:spcAft>
            </a:pPr>
            <a:r>
              <a:rPr lang="en-US" dirty="0"/>
              <a:t>UART Communication</a:t>
            </a:r>
            <a:endParaRPr dirty="0"/>
          </a:p>
        </p:txBody>
      </p:sp>
      <p:sp>
        <p:nvSpPr>
          <p:cNvPr id="250" name="Google Shape;250;p40">
            <a:extLst>
              <a:ext uri="{FF2B5EF4-FFF2-40B4-BE49-F238E27FC236}">
                <a16:creationId xmlns:a16="http://schemas.microsoft.com/office/drawing/2014/main" id="{8FDB2468-6F0B-C25C-B248-37AF40B49D00}"/>
              </a:ext>
            </a:extLst>
          </p:cNvPr>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7</a:t>
            </a:fld>
            <a:endParaRPr/>
          </a:p>
        </p:txBody>
      </p:sp>
      <p:pic>
        <p:nvPicPr>
          <p:cNvPr id="53" name="Picture 52">
            <a:extLst>
              <a:ext uri="{FF2B5EF4-FFF2-40B4-BE49-F238E27FC236}">
                <a16:creationId xmlns:a16="http://schemas.microsoft.com/office/drawing/2014/main" id="{EB24D588-51E2-615C-31D6-AECE7D4E5D4B}"/>
              </a:ext>
            </a:extLst>
          </p:cNvPr>
          <p:cNvPicPr>
            <a:picLocks noChangeAspect="1"/>
          </p:cNvPicPr>
          <p:nvPr/>
        </p:nvPicPr>
        <p:blipFill>
          <a:blip r:embed="rId3"/>
          <a:stretch>
            <a:fillRect/>
          </a:stretch>
        </p:blipFill>
        <p:spPr>
          <a:xfrm>
            <a:off x="1838472" y="1197036"/>
            <a:ext cx="8232227" cy="5398598"/>
          </a:xfrm>
          <a:prstGeom prst="rect">
            <a:avLst/>
          </a:prstGeom>
        </p:spPr>
      </p:pic>
    </p:spTree>
    <p:extLst>
      <p:ext uri="{BB962C8B-B14F-4D97-AF65-F5344CB8AC3E}">
        <p14:creationId xmlns:p14="http://schemas.microsoft.com/office/powerpoint/2010/main" val="2129467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7">
          <a:extLst>
            <a:ext uri="{FF2B5EF4-FFF2-40B4-BE49-F238E27FC236}">
              <a16:creationId xmlns:a16="http://schemas.microsoft.com/office/drawing/2014/main" id="{DF81B9AC-962E-4262-6818-C182DC8BDCA6}"/>
            </a:ext>
          </a:extLst>
        </p:cNvPr>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55F7FFDE-FEBC-D7CA-BA84-B8E143D637C0}"/>
              </a:ext>
            </a:extLst>
          </p:cNvPr>
          <p:cNvCxnSpPr>
            <a:cxnSpLocks/>
          </p:cNvCxnSpPr>
          <p:nvPr/>
        </p:nvCxnSpPr>
        <p:spPr>
          <a:xfrm>
            <a:off x="294640" y="2529598"/>
            <a:ext cx="11643360" cy="0"/>
          </a:xfrm>
          <a:prstGeom prst="line">
            <a:avLst/>
          </a:prstGeom>
          <a:ln w="25400" cap="rnd">
            <a:solidFill>
              <a:schemeClr val="tx2"/>
            </a:solidFill>
            <a:prstDash val="sysDash"/>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D9E4C564-4165-0FAF-637F-59706EDDB6CB}"/>
              </a:ext>
            </a:extLst>
          </p:cNvPr>
          <p:cNvSpPr txBox="1"/>
          <p:nvPr/>
        </p:nvSpPr>
        <p:spPr>
          <a:xfrm>
            <a:off x="2525416" y="2406487"/>
            <a:ext cx="675933" cy="246221"/>
          </a:xfrm>
          <a:prstGeom prst="rect">
            <a:avLst/>
          </a:prstGeom>
          <a:solidFill>
            <a:schemeClr val="bg1"/>
          </a:solidFill>
        </p:spPr>
        <p:txBody>
          <a:bodyPr wrap="square" lIns="0" tIns="0" rIns="0" bIns="0">
            <a:spAutoFit/>
          </a:bodyPr>
          <a:lstStyle/>
          <a:p>
            <a:pPr algn="ctr"/>
            <a:r>
              <a:rPr lang="en-US" altLang="zh-CN" sz="1600" dirty="0">
                <a:solidFill>
                  <a:schemeClr val="tx2"/>
                </a:solidFill>
                <a:latin typeface="+mj-lt"/>
              </a:rPr>
              <a:t>1 bytes</a:t>
            </a:r>
          </a:p>
        </p:txBody>
      </p:sp>
      <p:sp>
        <p:nvSpPr>
          <p:cNvPr id="48" name="Freeform: Shape 47">
            <a:extLst>
              <a:ext uri="{FF2B5EF4-FFF2-40B4-BE49-F238E27FC236}">
                <a16:creationId xmlns:a16="http://schemas.microsoft.com/office/drawing/2014/main" id="{F90AE949-1F3A-23A3-E090-97B029791487}"/>
              </a:ext>
            </a:extLst>
          </p:cNvPr>
          <p:cNvSpPr/>
          <p:nvPr/>
        </p:nvSpPr>
        <p:spPr>
          <a:xfrm>
            <a:off x="1316019" y="2029461"/>
            <a:ext cx="3027382" cy="4646132"/>
          </a:xfrm>
          <a:custGeom>
            <a:avLst/>
            <a:gdLst>
              <a:gd name="csX0" fmla="*/ 2049481 w 3027382"/>
              <a:gd name="csY0" fmla="*/ 0 h 4870450"/>
              <a:gd name="csX1" fmla="*/ 2970231 w 3027382"/>
              <a:gd name="csY1" fmla="*/ 895350 h 4870450"/>
              <a:gd name="csX2" fmla="*/ 2970131 w 3027382"/>
              <a:gd name="csY2" fmla="*/ 895351 h 4870450"/>
              <a:gd name="csX3" fmla="*/ 2989157 w 3027382"/>
              <a:gd name="csY3" fmla="*/ 908179 h 4870450"/>
              <a:gd name="csX4" fmla="*/ 3027382 w 3027382"/>
              <a:gd name="csY4" fmla="*/ 1000463 h 4870450"/>
              <a:gd name="csX5" fmla="*/ 3027382 w 3027382"/>
              <a:gd name="csY5" fmla="*/ 4739940 h 4870450"/>
              <a:gd name="csX6" fmla="*/ 2896872 w 3027382"/>
              <a:gd name="csY6" fmla="*/ 4870450 h 4870450"/>
              <a:gd name="csX7" fmla="*/ 130510 w 3027382"/>
              <a:gd name="csY7" fmla="*/ 4870450 h 4870450"/>
              <a:gd name="csX8" fmla="*/ 0 w 3027382"/>
              <a:gd name="csY8" fmla="*/ 4739940 h 4870450"/>
              <a:gd name="csX9" fmla="*/ 0 w 3027382"/>
              <a:gd name="csY9" fmla="*/ 1000463 h 4870450"/>
              <a:gd name="csX10" fmla="*/ 38225 w 3027382"/>
              <a:gd name="csY10" fmla="*/ 908179 h 4870450"/>
              <a:gd name="csX11" fmla="*/ 38469 w 3027382"/>
              <a:gd name="csY11" fmla="*/ 908014 h 4870450"/>
              <a:gd name="csX12" fmla="*/ 30181 w 3027382"/>
              <a:gd name="csY12" fmla="*/ 908050 h 4870450"/>
              <a:gd name="csX13" fmla="*/ 1020781 w 3027382"/>
              <a:gd name="csY13" fmla="*/ 6350 h 4870450"/>
              <a:gd name="csX0" fmla="*/ 2059641 w 3027382"/>
              <a:gd name="csY0" fmla="*/ 39445 h 4864175"/>
              <a:gd name="csX1" fmla="*/ 2970231 w 3027382"/>
              <a:gd name="csY1" fmla="*/ 889075 h 4864175"/>
              <a:gd name="csX2" fmla="*/ 2970131 w 3027382"/>
              <a:gd name="csY2" fmla="*/ 889076 h 4864175"/>
              <a:gd name="csX3" fmla="*/ 2989157 w 3027382"/>
              <a:gd name="csY3" fmla="*/ 901904 h 4864175"/>
              <a:gd name="csX4" fmla="*/ 3027382 w 3027382"/>
              <a:gd name="csY4" fmla="*/ 994188 h 4864175"/>
              <a:gd name="csX5" fmla="*/ 3027382 w 3027382"/>
              <a:gd name="csY5" fmla="*/ 4733665 h 4864175"/>
              <a:gd name="csX6" fmla="*/ 2896872 w 3027382"/>
              <a:gd name="csY6" fmla="*/ 4864175 h 4864175"/>
              <a:gd name="csX7" fmla="*/ 130510 w 3027382"/>
              <a:gd name="csY7" fmla="*/ 4864175 h 4864175"/>
              <a:gd name="csX8" fmla="*/ 0 w 3027382"/>
              <a:gd name="csY8" fmla="*/ 4733665 h 4864175"/>
              <a:gd name="csX9" fmla="*/ 0 w 3027382"/>
              <a:gd name="csY9" fmla="*/ 994188 h 4864175"/>
              <a:gd name="csX10" fmla="*/ 38225 w 3027382"/>
              <a:gd name="csY10" fmla="*/ 901904 h 4864175"/>
              <a:gd name="csX11" fmla="*/ 38469 w 3027382"/>
              <a:gd name="csY11" fmla="*/ 901739 h 4864175"/>
              <a:gd name="csX12" fmla="*/ 30181 w 3027382"/>
              <a:gd name="csY12" fmla="*/ 901775 h 4864175"/>
              <a:gd name="csX13" fmla="*/ 1020781 w 3027382"/>
              <a:gd name="csY13" fmla="*/ 75 h 4864175"/>
              <a:gd name="csX14" fmla="*/ 2059641 w 3027382"/>
              <a:gd name="csY14" fmla="*/ 39445 h 4864175"/>
              <a:gd name="csX0" fmla="*/ 2059641 w 3027382"/>
              <a:gd name="csY0" fmla="*/ 3810 h 4828540"/>
              <a:gd name="csX1" fmla="*/ 2970231 w 3027382"/>
              <a:gd name="csY1" fmla="*/ 853440 h 4828540"/>
              <a:gd name="csX2" fmla="*/ 2970131 w 3027382"/>
              <a:gd name="csY2" fmla="*/ 853441 h 4828540"/>
              <a:gd name="csX3" fmla="*/ 2989157 w 3027382"/>
              <a:gd name="csY3" fmla="*/ 866269 h 4828540"/>
              <a:gd name="csX4" fmla="*/ 3027382 w 3027382"/>
              <a:gd name="csY4" fmla="*/ 958553 h 4828540"/>
              <a:gd name="csX5" fmla="*/ 3027382 w 3027382"/>
              <a:gd name="csY5" fmla="*/ 4698030 h 4828540"/>
              <a:gd name="csX6" fmla="*/ 2896872 w 3027382"/>
              <a:gd name="csY6" fmla="*/ 4828540 h 4828540"/>
              <a:gd name="csX7" fmla="*/ 130510 w 3027382"/>
              <a:gd name="csY7" fmla="*/ 4828540 h 4828540"/>
              <a:gd name="csX8" fmla="*/ 0 w 3027382"/>
              <a:gd name="csY8" fmla="*/ 4698030 h 4828540"/>
              <a:gd name="csX9" fmla="*/ 0 w 3027382"/>
              <a:gd name="csY9" fmla="*/ 958553 h 4828540"/>
              <a:gd name="csX10" fmla="*/ 38225 w 3027382"/>
              <a:gd name="csY10" fmla="*/ 866269 h 4828540"/>
              <a:gd name="csX11" fmla="*/ 38469 w 3027382"/>
              <a:gd name="csY11" fmla="*/ 866104 h 4828540"/>
              <a:gd name="csX12" fmla="*/ 30181 w 3027382"/>
              <a:gd name="csY12" fmla="*/ 866140 h 4828540"/>
              <a:gd name="csX13" fmla="*/ 1010621 w 3027382"/>
              <a:gd name="csY13" fmla="*/ 0 h 4828540"/>
              <a:gd name="csX14" fmla="*/ 2059641 w 3027382"/>
              <a:gd name="csY14" fmla="*/ 3810 h 48285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027382" h="4828540">
                <a:moveTo>
                  <a:pt x="2059641" y="3810"/>
                </a:moveTo>
                <a:lnTo>
                  <a:pt x="2970231" y="853440"/>
                </a:lnTo>
                <a:lnTo>
                  <a:pt x="2970131" y="853441"/>
                </a:lnTo>
                <a:lnTo>
                  <a:pt x="2989157" y="866269"/>
                </a:lnTo>
                <a:cubicBezTo>
                  <a:pt x="3012775" y="889886"/>
                  <a:pt x="3027382" y="922514"/>
                  <a:pt x="3027382" y="958553"/>
                </a:cubicBezTo>
                <a:lnTo>
                  <a:pt x="3027382" y="4698030"/>
                </a:lnTo>
                <a:cubicBezTo>
                  <a:pt x="3027382" y="4770109"/>
                  <a:pt x="2968951" y="4828540"/>
                  <a:pt x="2896872" y="4828540"/>
                </a:cubicBezTo>
                <a:lnTo>
                  <a:pt x="130510" y="4828540"/>
                </a:lnTo>
                <a:cubicBezTo>
                  <a:pt x="58431" y="4828540"/>
                  <a:pt x="0" y="4770109"/>
                  <a:pt x="0" y="4698030"/>
                </a:cubicBezTo>
                <a:lnTo>
                  <a:pt x="0" y="958553"/>
                </a:lnTo>
                <a:cubicBezTo>
                  <a:pt x="0" y="922514"/>
                  <a:pt x="14608" y="889886"/>
                  <a:pt x="38225" y="866269"/>
                </a:cubicBezTo>
                <a:lnTo>
                  <a:pt x="38469" y="866104"/>
                </a:lnTo>
                <a:lnTo>
                  <a:pt x="30181" y="866140"/>
                </a:lnTo>
                <a:lnTo>
                  <a:pt x="1010621" y="0"/>
                </a:lnTo>
                <a:lnTo>
                  <a:pt x="2059641" y="3810"/>
                </a:lnTo>
                <a:close/>
              </a:path>
            </a:pathLst>
          </a:custGeom>
          <a:solidFill>
            <a:schemeClr val="tx2">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SE"/>
          </a:p>
        </p:txBody>
      </p:sp>
      <p:sp>
        <p:nvSpPr>
          <p:cNvPr id="248" name="Google Shape;248;p40">
            <a:extLst>
              <a:ext uri="{FF2B5EF4-FFF2-40B4-BE49-F238E27FC236}">
                <a16:creationId xmlns:a16="http://schemas.microsoft.com/office/drawing/2014/main" id="{C38F3717-29CB-8F2A-9CCD-2207FEA6FA31}"/>
              </a:ext>
            </a:extLst>
          </p:cNvPr>
          <p:cNvSpPr txBox="1">
            <a:spLocks noGrp="1"/>
          </p:cNvSpPr>
          <p:nvPr>
            <p:ph type="title"/>
          </p:nvPr>
        </p:nvSpPr>
        <p:spPr>
          <a:xfrm>
            <a:off x="533062" y="182407"/>
            <a:ext cx="10325100" cy="831600"/>
          </a:xfrm>
          <a:prstGeom prst="rect">
            <a:avLst/>
          </a:prstGeom>
        </p:spPr>
        <p:txBody>
          <a:bodyPr spcFirstLastPara="1" wrap="square" lIns="216000" tIns="108000" rIns="216000" bIns="108000" anchor="t" anchorCtr="0">
            <a:noAutofit/>
          </a:bodyPr>
          <a:lstStyle/>
          <a:p>
            <a:pPr>
              <a:spcAft>
                <a:spcPts val="1600"/>
              </a:spcAft>
            </a:pPr>
            <a:r>
              <a:rPr lang="en-US" dirty="0"/>
              <a:t>UART </a:t>
            </a:r>
            <a:r>
              <a:rPr lang="en-US" dirty="0" err="1"/>
              <a:t>Protocal</a:t>
            </a:r>
            <a:endParaRPr dirty="0"/>
          </a:p>
        </p:txBody>
      </p:sp>
      <p:sp>
        <p:nvSpPr>
          <p:cNvPr id="250" name="Google Shape;250;p40">
            <a:extLst>
              <a:ext uri="{FF2B5EF4-FFF2-40B4-BE49-F238E27FC236}">
                <a16:creationId xmlns:a16="http://schemas.microsoft.com/office/drawing/2014/main" id="{8FDB2468-6F0B-C25C-B248-37AF40B49D00}"/>
              </a:ext>
            </a:extLst>
          </p:cNvPr>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8</a:t>
            </a:fld>
            <a:endParaRPr/>
          </a:p>
        </p:txBody>
      </p:sp>
      <p:graphicFrame>
        <p:nvGraphicFramePr>
          <p:cNvPr id="54" name="Table 53">
            <a:extLst>
              <a:ext uri="{FF2B5EF4-FFF2-40B4-BE49-F238E27FC236}">
                <a16:creationId xmlns:a16="http://schemas.microsoft.com/office/drawing/2014/main" id="{D8811915-6BE8-0F05-1E4E-82330C028CD0}"/>
              </a:ext>
            </a:extLst>
          </p:cNvPr>
          <p:cNvGraphicFramePr>
            <a:graphicFrameLocks noGrp="1"/>
          </p:cNvGraphicFramePr>
          <p:nvPr>
            <p:extLst>
              <p:ext uri="{D42A27DB-BD31-4B8C-83A1-F6EECF244321}">
                <p14:modId xmlns:p14="http://schemas.microsoft.com/office/powerpoint/2010/main" val="3417654747"/>
              </p:ext>
            </p:extLst>
          </p:nvPr>
        </p:nvGraphicFramePr>
        <p:xfrm>
          <a:off x="1500526" y="3006978"/>
          <a:ext cx="2631453" cy="3504578"/>
        </p:xfrm>
        <a:graphic>
          <a:graphicData uri="http://schemas.openxmlformats.org/drawingml/2006/table">
            <a:tbl>
              <a:tblPr firstRow="1" bandRow="1">
                <a:tableStyleId>{2D5ABB26-0587-4C30-8999-92F81FD0307C}</a:tableStyleId>
              </a:tblPr>
              <a:tblGrid>
                <a:gridCol w="955515">
                  <a:extLst>
                    <a:ext uri="{9D8B030D-6E8A-4147-A177-3AD203B41FA5}">
                      <a16:colId xmlns:a16="http://schemas.microsoft.com/office/drawing/2014/main" val="1399322386"/>
                    </a:ext>
                  </a:extLst>
                </a:gridCol>
                <a:gridCol w="1675938">
                  <a:extLst>
                    <a:ext uri="{9D8B030D-6E8A-4147-A177-3AD203B41FA5}">
                      <a16:colId xmlns:a16="http://schemas.microsoft.com/office/drawing/2014/main" val="113683870"/>
                    </a:ext>
                  </a:extLst>
                </a:gridCol>
              </a:tblGrid>
              <a:tr h="318598">
                <a:tc>
                  <a:txBody>
                    <a:bodyPr/>
                    <a:lstStyle/>
                    <a:p>
                      <a:pPr algn="ctr"/>
                      <a:r>
                        <a:rPr lang="en-US" sz="1400" b="1" dirty="0">
                          <a:solidFill>
                            <a:schemeClr val="tx2"/>
                          </a:solidFill>
                        </a:rPr>
                        <a:t>CODE</a:t>
                      </a:r>
                      <a:endParaRPr lang="en-SE" sz="1400" b="1" dirty="0">
                        <a:solidFill>
                          <a:schemeClr val="tx2"/>
                        </a:solidFill>
                      </a:endParaRPr>
                    </a:p>
                  </a:txBody>
                  <a:tcP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tcPr>
                </a:tc>
                <a:tc>
                  <a:txBody>
                    <a:bodyPr/>
                    <a:lstStyle/>
                    <a:p>
                      <a:pPr algn="ctr"/>
                      <a:r>
                        <a:rPr lang="en-US" sz="1400" b="1" dirty="0">
                          <a:solidFill>
                            <a:schemeClr val="tx2"/>
                          </a:solidFill>
                        </a:rPr>
                        <a:t>Meaning</a:t>
                      </a:r>
                      <a:endParaRPr lang="en-SE" sz="1400" b="1" dirty="0">
                        <a:solidFill>
                          <a:schemeClr val="tx2"/>
                        </a:solidFill>
                      </a:endParaRPr>
                    </a:p>
                  </a:txBody>
                  <a:tcP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06183646"/>
                  </a:ext>
                </a:extLst>
              </a:tr>
              <a:tr h="318598">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1" dirty="0">
                          <a:solidFill>
                            <a:schemeClr val="tx2"/>
                          </a:solidFill>
                        </a:rPr>
                        <a:t>0x01</a:t>
                      </a:r>
                      <a:endParaRPr lang="en-SE" sz="1400" b="1" dirty="0">
                        <a:solidFill>
                          <a:schemeClr val="tx2"/>
                        </a:solidFill>
                      </a:endParaRPr>
                    </a:p>
                  </a:txBody>
                  <a:tcPr>
                    <a:lnT w="28575" cap="flat" cmpd="sng" algn="ctr">
                      <a:solidFill>
                        <a:schemeClr val="tx2"/>
                      </a:solidFill>
                      <a:prstDash val="solid"/>
                      <a:round/>
                      <a:headEnd type="none" w="med" len="med"/>
                      <a:tailEnd type="none" w="med" len="med"/>
                    </a:lnT>
                  </a:tcPr>
                </a:tc>
                <a:tc>
                  <a:txBody>
                    <a:bodyPr/>
                    <a:lstStyle/>
                    <a:p>
                      <a:pPr algn="ctr"/>
                      <a:r>
                        <a:rPr lang="en-US" sz="1400" b="1" dirty="0" err="1">
                          <a:solidFill>
                            <a:schemeClr val="tx2"/>
                          </a:solidFill>
                        </a:rPr>
                        <a:t>Request_train</a:t>
                      </a:r>
                      <a:endParaRPr lang="en-SE" sz="1400" b="1" dirty="0">
                        <a:solidFill>
                          <a:schemeClr val="tx2"/>
                        </a:solidFill>
                      </a:endParaRPr>
                    </a:p>
                  </a:txBody>
                  <a:tcPr>
                    <a:lnT w="28575" cap="flat" cmpd="sng" algn="ctr">
                      <a:solidFill>
                        <a:schemeClr val="tx2"/>
                      </a:solidFill>
                      <a:prstDash val="solid"/>
                      <a:round/>
                      <a:headEnd type="none" w="med" len="med"/>
                      <a:tailEnd type="none" w="med" len="med"/>
                    </a:lnT>
                  </a:tcPr>
                </a:tc>
                <a:extLst>
                  <a:ext uri="{0D108BD9-81ED-4DB2-BD59-A6C34878D82A}">
                    <a16:rowId xmlns:a16="http://schemas.microsoft.com/office/drawing/2014/main" val="1984224251"/>
                  </a:ext>
                </a:extLst>
              </a:tr>
              <a:tr h="318598">
                <a:tc>
                  <a:txBody>
                    <a:bodyPr/>
                    <a:lstStyle/>
                    <a:p>
                      <a:pPr algn="ctr"/>
                      <a:r>
                        <a:rPr lang="en-US" sz="1400" b="1" dirty="0">
                          <a:solidFill>
                            <a:schemeClr val="tx2"/>
                          </a:solidFill>
                        </a:rPr>
                        <a:t>0x02</a:t>
                      </a:r>
                      <a:endParaRPr lang="en-SE" sz="1400" b="1" dirty="0">
                        <a:solidFill>
                          <a:schemeClr val="tx2"/>
                        </a:solidFill>
                      </a:endParaRPr>
                    </a:p>
                  </a:txBody>
                  <a:tcPr/>
                </a:tc>
                <a:tc>
                  <a:txBody>
                    <a:bodyPr/>
                    <a:lstStyle/>
                    <a:p>
                      <a:pPr algn="ctr"/>
                      <a:r>
                        <a:rPr lang="en-US" sz="1400" b="1" dirty="0">
                          <a:solidFill>
                            <a:schemeClr val="tx2"/>
                          </a:solidFill>
                        </a:rPr>
                        <a:t>Data</a:t>
                      </a:r>
                      <a:endParaRPr lang="en-SE" sz="1400" b="1" dirty="0">
                        <a:solidFill>
                          <a:schemeClr val="tx2"/>
                        </a:solidFill>
                      </a:endParaRPr>
                    </a:p>
                  </a:txBody>
                  <a:tcPr/>
                </a:tc>
                <a:extLst>
                  <a:ext uri="{0D108BD9-81ED-4DB2-BD59-A6C34878D82A}">
                    <a16:rowId xmlns:a16="http://schemas.microsoft.com/office/drawing/2014/main" val="4272615145"/>
                  </a:ext>
                </a:extLst>
              </a:tr>
              <a:tr h="318598">
                <a:tc>
                  <a:txBody>
                    <a:bodyPr/>
                    <a:lstStyle/>
                    <a:p>
                      <a:pPr algn="ctr"/>
                      <a:r>
                        <a:rPr lang="en-US" sz="1400" b="1" dirty="0">
                          <a:solidFill>
                            <a:schemeClr val="tx2"/>
                          </a:solidFill>
                        </a:rPr>
                        <a:t>0x03</a:t>
                      </a:r>
                      <a:endParaRPr lang="en-SE" sz="1400" b="1" dirty="0">
                        <a:solidFill>
                          <a:schemeClr val="tx2"/>
                        </a:solidFill>
                      </a:endParaRPr>
                    </a:p>
                  </a:txBody>
                  <a:tcPr/>
                </a:tc>
                <a:tc>
                  <a:txBody>
                    <a:bodyPr/>
                    <a:lstStyle/>
                    <a:p>
                      <a:pPr algn="ctr"/>
                      <a:r>
                        <a:rPr lang="en-US" sz="1400" b="1" dirty="0">
                          <a:solidFill>
                            <a:schemeClr val="tx2"/>
                          </a:solidFill>
                        </a:rPr>
                        <a:t>Ack</a:t>
                      </a:r>
                      <a:endParaRPr lang="en-SE" sz="1400" b="1" dirty="0">
                        <a:solidFill>
                          <a:schemeClr val="tx2"/>
                        </a:solidFill>
                      </a:endParaRPr>
                    </a:p>
                  </a:txBody>
                  <a:tcPr/>
                </a:tc>
                <a:extLst>
                  <a:ext uri="{0D108BD9-81ED-4DB2-BD59-A6C34878D82A}">
                    <a16:rowId xmlns:a16="http://schemas.microsoft.com/office/drawing/2014/main" val="567943412"/>
                  </a:ext>
                </a:extLst>
              </a:tr>
              <a:tr h="318598">
                <a:tc>
                  <a:txBody>
                    <a:bodyPr/>
                    <a:lstStyle/>
                    <a:p>
                      <a:pPr algn="ctr"/>
                      <a:r>
                        <a:rPr lang="en-US" sz="1400" b="1" dirty="0">
                          <a:solidFill>
                            <a:schemeClr val="tx2"/>
                          </a:solidFill>
                        </a:rPr>
                        <a:t>0x04</a:t>
                      </a:r>
                      <a:endParaRPr lang="en-SE" sz="1400" b="1" dirty="0">
                        <a:solidFill>
                          <a:schemeClr val="tx2"/>
                        </a:solidFill>
                      </a:endParaRPr>
                    </a:p>
                  </a:txBody>
                  <a:tcPr/>
                </a:tc>
                <a:tc>
                  <a:txBody>
                    <a:bodyPr/>
                    <a:lstStyle/>
                    <a:p>
                      <a:pPr algn="ctr"/>
                      <a:r>
                        <a:rPr lang="en-US" sz="1400" b="1" dirty="0">
                          <a:solidFill>
                            <a:schemeClr val="tx2"/>
                          </a:solidFill>
                        </a:rPr>
                        <a:t>Finish</a:t>
                      </a:r>
                      <a:endParaRPr lang="en-SE" sz="1400" b="1" dirty="0">
                        <a:solidFill>
                          <a:schemeClr val="tx2"/>
                        </a:solidFill>
                      </a:endParaRPr>
                    </a:p>
                  </a:txBody>
                  <a:tcPr/>
                </a:tc>
                <a:extLst>
                  <a:ext uri="{0D108BD9-81ED-4DB2-BD59-A6C34878D82A}">
                    <a16:rowId xmlns:a16="http://schemas.microsoft.com/office/drawing/2014/main" val="1404620736"/>
                  </a:ext>
                </a:extLst>
              </a:tr>
              <a:tr h="318598">
                <a:tc>
                  <a:txBody>
                    <a:bodyPr/>
                    <a:lstStyle/>
                    <a:p>
                      <a:pPr algn="ctr"/>
                      <a:r>
                        <a:rPr lang="en-US" sz="1400" b="1" dirty="0">
                          <a:solidFill>
                            <a:schemeClr val="tx2"/>
                          </a:solidFill>
                        </a:rPr>
                        <a:t>0x05</a:t>
                      </a:r>
                      <a:endParaRPr lang="en-SE" sz="1400" b="1" dirty="0">
                        <a:solidFill>
                          <a:schemeClr val="tx2"/>
                        </a:solidFill>
                      </a:endParaRPr>
                    </a:p>
                  </a:txBody>
                  <a:tcPr/>
                </a:tc>
                <a:tc>
                  <a:txBody>
                    <a:bodyPr/>
                    <a:lstStyle/>
                    <a:p>
                      <a:pPr algn="ctr"/>
                      <a:r>
                        <a:rPr lang="en-US" sz="1400" b="1" dirty="0">
                          <a:solidFill>
                            <a:schemeClr val="tx2"/>
                          </a:solidFill>
                        </a:rPr>
                        <a:t>End</a:t>
                      </a:r>
                      <a:endParaRPr lang="en-SE" sz="1400" b="1" dirty="0">
                        <a:solidFill>
                          <a:schemeClr val="tx2"/>
                        </a:solidFill>
                      </a:endParaRPr>
                    </a:p>
                  </a:txBody>
                  <a:tcPr/>
                </a:tc>
                <a:extLst>
                  <a:ext uri="{0D108BD9-81ED-4DB2-BD59-A6C34878D82A}">
                    <a16:rowId xmlns:a16="http://schemas.microsoft.com/office/drawing/2014/main" val="863384295"/>
                  </a:ext>
                </a:extLst>
              </a:tr>
              <a:tr h="318598">
                <a:tc>
                  <a:txBody>
                    <a:bodyPr/>
                    <a:lstStyle/>
                    <a:p>
                      <a:pPr algn="ctr"/>
                      <a:r>
                        <a:rPr lang="en-US" sz="1400" b="1" dirty="0">
                          <a:solidFill>
                            <a:schemeClr val="tx2"/>
                          </a:solidFill>
                        </a:rPr>
                        <a:t>0x06</a:t>
                      </a:r>
                      <a:endParaRPr lang="en-SE" sz="1400" b="1" dirty="0">
                        <a:solidFill>
                          <a:schemeClr val="tx2"/>
                        </a:solidFill>
                      </a:endParaRPr>
                    </a:p>
                  </a:txBody>
                  <a:tcPr/>
                </a:tc>
                <a:tc>
                  <a:txBody>
                    <a:bodyPr/>
                    <a:lstStyle/>
                    <a:p>
                      <a:pPr algn="ctr"/>
                      <a:r>
                        <a:rPr lang="en-US" sz="1400" b="1" dirty="0" err="1">
                          <a:solidFill>
                            <a:schemeClr val="tx2"/>
                          </a:solidFill>
                        </a:rPr>
                        <a:t>Result_train</a:t>
                      </a:r>
                      <a:endParaRPr lang="en-SE" sz="1400" b="1" dirty="0">
                        <a:solidFill>
                          <a:schemeClr val="tx2"/>
                        </a:solidFill>
                      </a:endParaRPr>
                    </a:p>
                  </a:txBody>
                  <a:tcPr/>
                </a:tc>
                <a:extLst>
                  <a:ext uri="{0D108BD9-81ED-4DB2-BD59-A6C34878D82A}">
                    <a16:rowId xmlns:a16="http://schemas.microsoft.com/office/drawing/2014/main" val="393554313"/>
                  </a:ext>
                </a:extLst>
              </a:tr>
              <a:tr h="318598">
                <a:tc>
                  <a:txBody>
                    <a:bodyPr/>
                    <a:lstStyle/>
                    <a:p>
                      <a:pPr algn="ctr"/>
                      <a:r>
                        <a:rPr lang="en-US" sz="1400" b="1" dirty="0">
                          <a:solidFill>
                            <a:schemeClr val="tx2"/>
                          </a:solidFill>
                        </a:rPr>
                        <a:t>0x07</a:t>
                      </a:r>
                      <a:endParaRPr lang="en-SE" sz="1400" b="1" dirty="0">
                        <a:solidFill>
                          <a:schemeClr val="tx2"/>
                        </a:solidFill>
                      </a:endParaRPr>
                    </a:p>
                  </a:txBody>
                  <a:tcPr/>
                </a:tc>
                <a:tc>
                  <a:txBody>
                    <a:bodyPr/>
                    <a:lstStyle/>
                    <a:p>
                      <a:pPr algn="ctr"/>
                      <a:r>
                        <a:rPr lang="en-US" sz="1400" b="1" dirty="0" err="1">
                          <a:solidFill>
                            <a:schemeClr val="tx2"/>
                          </a:solidFill>
                        </a:rPr>
                        <a:t>Request_val</a:t>
                      </a:r>
                      <a:endParaRPr lang="en-SE" sz="1400" b="1" dirty="0">
                        <a:solidFill>
                          <a:schemeClr val="tx2"/>
                        </a:solidFill>
                      </a:endParaRPr>
                    </a:p>
                  </a:txBody>
                  <a:tcPr/>
                </a:tc>
                <a:extLst>
                  <a:ext uri="{0D108BD9-81ED-4DB2-BD59-A6C34878D82A}">
                    <a16:rowId xmlns:a16="http://schemas.microsoft.com/office/drawing/2014/main" val="2810569672"/>
                  </a:ext>
                </a:extLst>
              </a:tr>
              <a:tr h="318598">
                <a:tc>
                  <a:txBody>
                    <a:bodyPr/>
                    <a:lstStyle/>
                    <a:p>
                      <a:pPr algn="ctr"/>
                      <a:r>
                        <a:rPr lang="en-US" sz="1400" b="1" dirty="0">
                          <a:solidFill>
                            <a:schemeClr val="tx2"/>
                          </a:solidFill>
                        </a:rPr>
                        <a:t>0x08</a:t>
                      </a:r>
                      <a:endParaRPr lang="en-SE" sz="1400" b="1" dirty="0">
                        <a:solidFill>
                          <a:schemeClr val="tx2"/>
                        </a:solidFill>
                      </a:endParaRPr>
                    </a:p>
                  </a:txBody>
                  <a:tcPr/>
                </a:tc>
                <a:tc>
                  <a:txBody>
                    <a:bodyPr/>
                    <a:lstStyle/>
                    <a:p>
                      <a:pPr algn="ctr"/>
                      <a:r>
                        <a:rPr lang="en-US" sz="1400" b="1" dirty="0" err="1">
                          <a:solidFill>
                            <a:schemeClr val="tx2"/>
                          </a:solidFill>
                        </a:rPr>
                        <a:t>Result_val</a:t>
                      </a:r>
                      <a:endParaRPr lang="en-SE" sz="1400" b="1" dirty="0">
                        <a:solidFill>
                          <a:schemeClr val="tx2"/>
                        </a:solidFill>
                      </a:endParaRPr>
                    </a:p>
                  </a:txBody>
                  <a:tcPr/>
                </a:tc>
                <a:extLst>
                  <a:ext uri="{0D108BD9-81ED-4DB2-BD59-A6C34878D82A}">
                    <a16:rowId xmlns:a16="http://schemas.microsoft.com/office/drawing/2014/main" val="1806965879"/>
                  </a:ext>
                </a:extLst>
              </a:tr>
              <a:tr h="318598">
                <a:tc>
                  <a:txBody>
                    <a:bodyPr/>
                    <a:lstStyle/>
                    <a:p>
                      <a:pPr algn="ctr"/>
                      <a:r>
                        <a:rPr lang="en-US" sz="1400" b="1" dirty="0">
                          <a:solidFill>
                            <a:schemeClr val="tx2"/>
                          </a:solidFill>
                        </a:rPr>
                        <a:t>0x09</a:t>
                      </a:r>
                      <a:endParaRPr lang="en-SE" sz="1400" b="1" dirty="0">
                        <a:solidFill>
                          <a:schemeClr val="tx2"/>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1" dirty="0" err="1">
                          <a:solidFill>
                            <a:schemeClr val="tx2"/>
                          </a:solidFill>
                        </a:rPr>
                        <a:t>Request_test</a:t>
                      </a:r>
                      <a:endParaRPr lang="en-SE" sz="1400" b="1" dirty="0">
                        <a:solidFill>
                          <a:schemeClr val="tx2"/>
                        </a:solidFill>
                      </a:endParaRPr>
                    </a:p>
                  </a:txBody>
                  <a:tcPr/>
                </a:tc>
                <a:extLst>
                  <a:ext uri="{0D108BD9-81ED-4DB2-BD59-A6C34878D82A}">
                    <a16:rowId xmlns:a16="http://schemas.microsoft.com/office/drawing/2014/main" val="1634754585"/>
                  </a:ext>
                </a:extLst>
              </a:tr>
              <a:tr h="318598">
                <a:tc>
                  <a:txBody>
                    <a:bodyPr/>
                    <a:lstStyle/>
                    <a:p>
                      <a:pPr algn="ctr"/>
                      <a:r>
                        <a:rPr lang="en-US" sz="1400" b="1" dirty="0">
                          <a:solidFill>
                            <a:schemeClr val="tx2"/>
                          </a:solidFill>
                        </a:rPr>
                        <a:t>0x0A</a:t>
                      </a:r>
                      <a:endParaRPr lang="en-SE" sz="1400" b="1" dirty="0">
                        <a:solidFill>
                          <a:schemeClr val="tx2"/>
                        </a:solidFill>
                      </a:endParaRPr>
                    </a:p>
                  </a:txBody>
                  <a:tcPr>
                    <a:lnB w="28575" cap="flat" cmpd="sng" algn="ctr">
                      <a:solidFill>
                        <a:schemeClr val="tx2"/>
                      </a:solidFill>
                      <a:prstDash val="solid"/>
                      <a:round/>
                      <a:headEnd type="none" w="med" len="med"/>
                      <a:tailEnd type="none" w="med" len="med"/>
                    </a:lnB>
                  </a:tcPr>
                </a:tc>
                <a:tc>
                  <a:txBody>
                    <a:bodyPr/>
                    <a:lstStyle/>
                    <a:p>
                      <a:pPr algn="ctr"/>
                      <a:r>
                        <a:rPr lang="en-US" sz="1400" b="1" dirty="0" err="1">
                          <a:solidFill>
                            <a:schemeClr val="tx2"/>
                          </a:solidFill>
                        </a:rPr>
                        <a:t>Result_test</a:t>
                      </a:r>
                      <a:endParaRPr lang="en-SE" sz="1400" b="1" dirty="0">
                        <a:solidFill>
                          <a:schemeClr val="tx2"/>
                        </a:solidFill>
                      </a:endParaRPr>
                    </a:p>
                  </a:txBody>
                  <a:tcPr>
                    <a:lnB w="2857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201365310"/>
                  </a:ext>
                </a:extLst>
              </a:tr>
            </a:tbl>
          </a:graphicData>
        </a:graphic>
      </p:graphicFrame>
      <p:sp>
        <p:nvSpPr>
          <p:cNvPr id="4" name="Rectangle: Rounded Corners 3">
            <a:extLst>
              <a:ext uri="{FF2B5EF4-FFF2-40B4-BE49-F238E27FC236}">
                <a16:creationId xmlns:a16="http://schemas.microsoft.com/office/drawing/2014/main" id="{D37664F3-425F-A72C-9ADC-F39C1E382A92}"/>
              </a:ext>
            </a:extLst>
          </p:cNvPr>
          <p:cNvSpPr/>
          <p:nvPr/>
        </p:nvSpPr>
        <p:spPr>
          <a:xfrm>
            <a:off x="163383" y="1508608"/>
            <a:ext cx="2160000" cy="540000"/>
          </a:xfrm>
          <a:prstGeom prst="roundRect">
            <a:avLst>
              <a:gd name="adj" fmla="val 26871"/>
            </a:avLst>
          </a:prstGeom>
          <a:solidFill>
            <a:schemeClr val="bg1"/>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dirty="0">
                <a:solidFill>
                  <a:schemeClr val="tx2"/>
                </a:solidFill>
                <a:latin typeface="+mj-lt"/>
              </a:rPr>
              <a:t>start of frame</a:t>
            </a:r>
            <a:endParaRPr lang="en-SE" sz="2400" dirty="0">
              <a:solidFill>
                <a:schemeClr val="tx2"/>
              </a:solidFill>
              <a:latin typeface="+mj-lt"/>
            </a:endParaRPr>
          </a:p>
        </p:txBody>
      </p:sp>
      <p:sp>
        <p:nvSpPr>
          <p:cNvPr id="5" name="Rectangle: Rounded Corners 4">
            <a:extLst>
              <a:ext uri="{FF2B5EF4-FFF2-40B4-BE49-F238E27FC236}">
                <a16:creationId xmlns:a16="http://schemas.microsoft.com/office/drawing/2014/main" id="{AD3A480E-133A-C03A-088C-588B989322D9}"/>
              </a:ext>
            </a:extLst>
          </p:cNvPr>
          <p:cNvSpPr/>
          <p:nvPr/>
        </p:nvSpPr>
        <p:spPr>
          <a:xfrm>
            <a:off x="2323383" y="1508608"/>
            <a:ext cx="1080000" cy="540000"/>
          </a:xfrm>
          <a:prstGeom prst="roundRect">
            <a:avLst>
              <a:gd name="adj" fmla="val 26871"/>
            </a:avLst>
          </a:prstGeom>
          <a:solidFill>
            <a:schemeClr val="tx2">
              <a:alpha val="10000"/>
            </a:schemeClr>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dirty="0">
                <a:solidFill>
                  <a:schemeClr val="tx2"/>
                </a:solidFill>
                <a:latin typeface="+mj-lt"/>
              </a:rPr>
              <a:t>type</a:t>
            </a:r>
            <a:endParaRPr lang="en-SE" sz="2400" dirty="0">
              <a:solidFill>
                <a:schemeClr val="tx2"/>
              </a:solidFill>
              <a:latin typeface="+mj-lt"/>
            </a:endParaRPr>
          </a:p>
        </p:txBody>
      </p:sp>
      <p:sp>
        <p:nvSpPr>
          <p:cNvPr id="6" name="Rectangle: Rounded Corners 5">
            <a:extLst>
              <a:ext uri="{FF2B5EF4-FFF2-40B4-BE49-F238E27FC236}">
                <a16:creationId xmlns:a16="http://schemas.microsoft.com/office/drawing/2014/main" id="{055272CC-5564-A15B-5EDA-8CDDE0B97C6E}"/>
              </a:ext>
            </a:extLst>
          </p:cNvPr>
          <p:cNvSpPr/>
          <p:nvPr/>
        </p:nvSpPr>
        <p:spPr>
          <a:xfrm>
            <a:off x="3403383" y="1508608"/>
            <a:ext cx="2160000" cy="540000"/>
          </a:xfrm>
          <a:prstGeom prst="roundRect">
            <a:avLst>
              <a:gd name="adj" fmla="val 26871"/>
            </a:avLst>
          </a:prstGeom>
          <a:solidFill>
            <a:schemeClr val="bg1"/>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dirty="0">
                <a:solidFill>
                  <a:schemeClr val="tx2"/>
                </a:solidFill>
                <a:latin typeface="+mj-lt"/>
              </a:rPr>
              <a:t>sequence</a:t>
            </a:r>
            <a:endParaRPr lang="en-SE" sz="2400" dirty="0">
              <a:solidFill>
                <a:schemeClr val="tx2"/>
              </a:solidFill>
              <a:latin typeface="+mj-lt"/>
            </a:endParaRPr>
          </a:p>
        </p:txBody>
      </p:sp>
      <p:sp>
        <p:nvSpPr>
          <p:cNvPr id="7" name="Rectangle: Rounded Corners 6">
            <a:extLst>
              <a:ext uri="{FF2B5EF4-FFF2-40B4-BE49-F238E27FC236}">
                <a16:creationId xmlns:a16="http://schemas.microsoft.com/office/drawing/2014/main" id="{394541A4-848D-2E78-9A4B-857AEC8F5EC7}"/>
              </a:ext>
            </a:extLst>
          </p:cNvPr>
          <p:cNvSpPr/>
          <p:nvPr/>
        </p:nvSpPr>
        <p:spPr>
          <a:xfrm>
            <a:off x="5563383" y="1508608"/>
            <a:ext cx="2160000" cy="540000"/>
          </a:xfrm>
          <a:prstGeom prst="roundRect">
            <a:avLst>
              <a:gd name="adj" fmla="val 26871"/>
            </a:avLst>
          </a:prstGeom>
          <a:solidFill>
            <a:schemeClr val="bg1"/>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dirty="0">
                <a:solidFill>
                  <a:schemeClr val="tx2"/>
                </a:solidFill>
                <a:latin typeface="+mj-lt"/>
              </a:rPr>
              <a:t>length</a:t>
            </a:r>
            <a:endParaRPr lang="en-SE" sz="2400" dirty="0">
              <a:solidFill>
                <a:schemeClr val="tx2"/>
              </a:solidFill>
              <a:latin typeface="+mj-lt"/>
            </a:endParaRPr>
          </a:p>
        </p:txBody>
      </p:sp>
      <p:sp>
        <p:nvSpPr>
          <p:cNvPr id="8" name="Rectangle: Rounded Corners 7">
            <a:extLst>
              <a:ext uri="{FF2B5EF4-FFF2-40B4-BE49-F238E27FC236}">
                <a16:creationId xmlns:a16="http://schemas.microsoft.com/office/drawing/2014/main" id="{356C6F61-102D-BE4B-7B29-601BB55A54B9}"/>
              </a:ext>
            </a:extLst>
          </p:cNvPr>
          <p:cNvSpPr/>
          <p:nvPr/>
        </p:nvSpPr>
        <p:spPr>
          <a:xfrm>
            <a:off x="7723383" y="1508608"/>
            <a:ext cx="2160000" cy="540000"/>
          </a:xfrm>
          <a:prstGeom prst="roundRect">
            <a:avLst>
              <a:gd name="adj" fmla="val 26871"/>
            </a:avLst>
          </a:prstGeom>
          <a:solidFill>
            <a:schemeClr val="tx2">
              <a:alpha val="10000"/>
            </a:schemeClr>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dirty="0">
                <a:solidFill>
                  <a:schemeClr val="tx2"/>
                </a:solidFill>
                <a:latin typeface="+mj-lt"/>
              </a:rPr>
              <a:t>DATA</a:t>
            </a:r>
            <a:endParaRPr lang="en-SE" sz="2400" dirty="0">
              <a:solidFill>
                <a:schemeClr val="tx2"/>
              </a:solidFill>
              <a:latin typeface="+mj-lt"/>
            </a:endParaRPr>
          </a:p>
        </p:txBody>
      </p:sp>
      <p:sp>
        <p:nvSpPr>
          <p:cNvPr id="9" name="Rectangle: Rounded Corners 8">
            <a:extLst>
              <a:ext uri="{FF2B5EF4-FFF2-40B4-BE49-F238E27FC236}">
                <a16:creationId xmlns:a16="http://schemas.microsoft.com/office/drawing/2014/main" id="{DEA21EF8-02F1-9545-D47C-059B1B5234C5}"/>
              </a:ext>
            </a:extLst>
          </p:cNvPr>
          <p:cNvSpPr/>
          <p:nvPr/>
        </p:nvSpPr>
        <p:spPr>
          <a:xfrm>
            <a:off x="9883383" y="1508608"/>
            <a:ext cx="2160000" cy="540000"/>
          </a:xfrm>
          <a:prstGeom prst="roundRect">
            <a:avLst>
              <a:gd name="adj" fmla="val 26871"/>
            </a:avLst>
          </a:prstGeom>
          <a:solidFill>
            <a:schemeClr val="bg1"/>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dirty="0" err="1">
                <a:solidFill>
                  <a:schemeClr val="tx2"/>
                </a:solidFill>
                <a:latin typeface="+mj-lt"/>
              </a:rPr>
              <a:t>crc</a:t>
            </a:r>
            <a:endParaRPr lang="en-SE" sz="2400" dirty="0">
              <a:solidFill>
                <a:schemeClr val="tx2"/>
              </a:solidFill>
              <a:latin typeface="+mj-lt"/>
            </a:endParaRPr>
          </a:p>
        </p:txBody>
      </p:sp>
      <p:cxnSp>
        <p:nvCxnSpPr>
          <p:cNvPr id="11" name="Straight Connector 10">
            <a:extLst>
              <a:ext uri="{FF2B5EF4-FFF2-40B4-BE49-F238E27FC236}">
                <a16:creationId xmlns:a16="http://schemas.microsoft.com/office/drawing/2014/main" id="{C22490DE-39A4-6D50-E319-EFDC22C4E5EE}"/>
              </a:ext>
            </a:extLst>
          </p:cNvPr>
          <p:cNvCxnSpPr/>
          <p:nvPr/>
        </p:nvCxnSpPr>
        <p:spPr>
          <a:xfrm>
            <a:off x="8285301" y="1508608"/>
            <a:ext cx="1026250" cy="0"/>
          </a:xfrm>
          <a:prstGeom prst="line">
            <a:avLst/>
          </a:prstGeom>
          <a:ln w="5080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C3030FB-534C-BC00-3074-5F26CA45D3E5}"/>
              </a:ext>
            </a:extLst>
          </p:cNvPr>
          <p:cNvCxnSpPr/>
          <p:nvPr/>
        </p:nvCxnSpPr>
        <p:spPr>
          <a:xfrm>
            <a:off x="8285301" y="2048608"/>
            <a:ext cx="1026250" cy="0"/>
          </a:xfrm>
          <a:prstGeom prst="line">
            <a:avLst/>
          </a:prstGeom>
          <a:ln w="5080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0201FC0-DFFF-7FD3-C6C5-BBC8052A70BF}"/>
              </a:ext>
            </a:extLst>
          </p:cNvPr>
          <p:cNvCxnSpPr>
            <a:cxnSpLocks/>
          </p:cNvCxnSpPr>
          <p:nvPr/>
        </p:nvCxnSpPr>
        <p:spPr>
          <a:xfrm flipV="1">
            <a:off x="7723383" y="1644964"/>
            <a:ext cx="0" cy="267288"/>
          </a:xfrm>
          <a:prstGeom prst="line">
            <a:avLst/>
          </a:prstGeom>
          <a:ln w="508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547F134-2612-37D1-C82D-A374E1EE9D2F}"/>
              </a:ext>
            </a:extLst>
          </p:cNvPr>
          <p:cNvCxnSpPr>
            <a:cxnSpLocks/>
          </p:cNvCxnSpPr>
          <p:nvPr/>
        </p:nvCxnSpPr>
        <p:spPr>
          <a:xfrm flipV="1">
            <a:off x="9883383" y="1644964"/>
            <a:ext cx="0" cy="267288"/>
          </a:xfrm>
          <a:prstGeom prst="line">
            <a:avLst/>
          </a:prstGeom>
          <a:ln w="508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8E31403-D02F-87A6-1073-4C566929E783}"/>
              </a:ext>
            </a:extLst>
          </p:cNvPr>
          <p:cNvCxnSpPr>
            <a:cxnSpLocks/>
          </p:cNvCxnSpPr>
          <p:nvPr/>
        </p:nvCxnSpPr>
        <p:spPr>
          <a:xfrm flipV="1">
            <a:off x="5563383" y="1644964"/>
            <a:ext cx="0" cy="267288"/>
          </a:xfrm>
          <a:prstGeom prst="line">
            <a:avLst/>
          </a:prstGeom>
          <a:ln w="508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0622A78-A380-BD9C-8E25-6BA2A2376808}"/>
              </a:ext>
            </a:extLst>
          </p:cNvPr>
          <p:cNvCxnSpPr>
            <a:cxnSpLocks/>
          </p:cNvCxnSpPr>
          <p:nvPr/>
        </p:nvCxnSpPr>
        <p:spPr>
          <a:xfrm flipV="1">
            <a:off x="3403383" y="1644964"/>
            <a:ext cx="0" cy="267288"/>
          </a:xfrm>
          <a:prstGeom prst="line">
            <a:avLst/>
          </a:prstGeom>
          <a:ln w="508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29333B1-347F-3A3C-2C14-FFD02393DDBC}"/>
              </a:ext>
            </a:extLst>
          </p:cNvPr>
          <p:cNvCxnSpPr>
            <a:cxnSpLocks/>
          </p:cNvCxnSpPr>
          <p:nvPr/>
        </p:nvCxnSpPr>
        <p:spPr>
          <a:xfrm flipV="1">
            <a:off x="2323383" y="1644964"/>
            <a:ext cx="0" cy="267288"/>
          </a:xfrm>
          <a:prstGeom prst="line">
            <a:avLst/>
          </a:prstGeom>
          <a:ln w="508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31AA441-710F-7F9A-425F-ABE8B52AEB91}"/>
              </a:ext>
            </a:extLst>
          </p:cNvPr>
          <p:cNvCxnSpPr>
            <a:cxnSpLocks/>
          </p:cNvCxnSpPr>
          <p:nvPr/>
        </p:nvCxnSpPr>
        <p:spPr>
          <a:xfrm>
            <a:off x="2323383" y="1976967"/>
            <a:ext cx="0" cy="880533"/>
          </a:xfrm>
          <a:prstGeom prst="line">
            <a:avLst/>
          </a:prstGeom>
          <a:ln w="25400" cap="rnd">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6DBF50D-E9B2-972D-2941-3ABFAB947DE5}"/>
              </a:ext>
            </a:extLst>
          </p:cNvPr>
          <p:cNvCxnSpPr>
            <a:cxnSpLocks/>
          </p:cNvCxnSpPr>
          <p:nvPr/>
        </p:nvCxnSpPr>
        <p:spPr>
          <a:xfrm>
            <a:off x="3403383" y="1976967"/>
            <a:ext cx="0" cy="880533"/>
          </a:xfrm>
          <a:prstGeom prst="line">
            <a:avLst/>
          </a:prstGeom>
          <a:ln w="25400" cap="rnd">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F23C279-F4F4-6ED1-BD82-DAF9DD3B7794}"/>
              </a:ext>
            </a:extLst>
          </p:cNvPr>
          <p:cNvCxnSpPr>
            <a:cxnSpLocks/>
          </p:cNvCxnSpPr>
          <p:nvPr/>
        </p:nvCxnSpPr>
        <p:spPr>
          <a:xfrm>
            <a:off x="5563383" y="1976967"/>
            <a:ext cx="0" cy="880533"/>
          </a:xfrm>
          <a:prstGeom prst="line">
            <a:avLst/>
          </a:prstGeom>
          <a:ln w="25400" cap="rnd">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53615C4-3F04-0451-C32D-7509DA614878}"/>
              </a:ext>
            </a:extLst>
          </p:cNvPr>
          <p:cNvCxnSpPr>
            <a:cxnSpLocks/>
          </p:cNvCxnSpPr>
          <p:nvPr/>
        </p:nvCxnSpPr>
        <p:spPr>
          <a:xfrm>
            <a:off x="7723383" y="1976967"/>
            <a:ext cx="0" cy="880533"/>
          </a:xfrm>
          <a:prstGeom prst="line">
            <a:avLst/>
          </a:prstGeom>
          <a:ln w="25400" cap="rnd">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6FD4BBA-BDCE-DB2B-FDA5-179CB8BD09C7}"/>
              </a:ext>
            </a:extLst>
          </p:cNvPr>
          <p:cNvCxnSpPr>
            <a:cxnSpLocks/>
          </p:cNvCxnSpPr>
          <p:nvPr/>
        </p:nvCxnSpPr>
        <p:spPr>
          <a:xfrm>
            <a:off x="9883383" y="1976967"/>
            <a:ext cx="0" cy="880533"/>
          </a:xfrm>
          <a:prstGeom prst="line">
            <a:avLst/>
          </a:prstGeom>
          <a:ln w="25400" cap="rnd">
            <a:solidFill>
              <a:schemeClr val="tx2"/>
            </a:solidFill>
            <a:prstDash val="sysDash"/>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95E12348-E321-C70D-673A-FF5593C2F7B8}"/>
              </a:ext>
            </a:extLst>
          </p:cNvPr>
          <p:cNvSpPr txBox="1"/>
          <p:nvPr/>
        </p:nvSpPr>
        <p:spPr>
          <a:xfrm>
            <a:off x="4131979" y="2406486"/>
            <a:ext cx="702808" cy="246221"/>
          </a:xfrm>
          <a:prstGeom prst="rect">
            <a:avLst/>
          </a:prstGeom>
          <a:solidFill>
            <a:schemeClr val="bg1"/>
          </a:solidFill>
        </p:spPr>
        <p:txBody>
          <a:bodyPr wrap="square" lIns="0" tIns="0" rIns="0" bIns="0">
            <a:spAutoFit/>
          </a:bodyPr>
          <a:lstStyle/>
          <a:p>
            <a:pPr algn="ctr"/>
            <a:r>
              <a:rPr lang="en-US" altLang="zh-CN" sz="1600" dirty="0">
                <a:solidFill>
                  <a:schemeClr val="tx2"/>
                </a:solidFill>
                <a:latin typeface="+mj-lt"/>
              </a:rPr>
              <a:t>2 bytes</a:t>
            </a:r>
          </a:p>
        </p:txBody>
      </p:sp>
      <p:sp>
        <p:nvSpPr>
          <p:cNvPr id="42" name="TextBox 41">
            <a:extLst>
              <a:ext uri="{FF2B5EF4-FFF2-40B4-BE49-F238E27FC236}">
                <a16:creationId xmlns:a16="http://schemas.microsoft.com/office/drawing/2014/main" id="{E110E5C2-D697-FCBC-7CA8-0C4AFBED01EE}"/>
              </a:ext>
            </a:extLst>
          </p:cNvPr>
          <p:cNvSpPr txBox="1"/>
          <p:nvPr/>
        </p:nvSpPr>
        <p:spPr>
          <a:xfrm>
            <a:off x="6291979" y="2406486"/>
            <a:ext cx="702808" cy="246221"/>
          </a:xfrm>
          <a:prstGeom prst="rect">
            <a:avLst/>
          </a:prstGeom>
          <a:solidFill>
            <a:schemeClr val="bg1"/>
          </a:solidFill>
        </p:spPr>
        <p:txBody>
          <a:bodyPr wrap="square" lIns="0" tIns="0" rIns="0" bIns="0">
            <a:spAutoFit/>
          </a:bodyPr>
          <a:lstStyle/>
          <a:p>
            <a:pPr algn="ctr"/>
            <a:r>
              <a:rPr lang="en-US" altLang="zh-CN" sz="1600" dirty="0">
                <a:solidFill>
                  <a:schemeClr val="tx2"/>
                </a:solidFill>
                <a:latin typeface="+mj-lt"/>
              </a:rPr>
              <a:t>2 bytes</a:t>
            </a:r>
          </a:p>
        </p:txBody>
      </p:sp>
      <p:sp>
        <p:nvSpPr>
          <p:cNvPr id="43" name="TextBox 42">
            <a:extLst>
              <a:ext uri="{FF2B5EF4-FFF2-40B4-BE49-F238E27FC236}">
                <a16:creationId xmlns:a16="http://schemas.microsoft.com/office/drawing/2014/main" id="{D1B619B0-BACF-3292-C6A2-65E71EFAB66F}"/>
              </a:ext>
            </a:extLst>
          </p:cNvPr>
          <p:cNvSpPr txBox="1"/>
          <p:nvPr/>
        </p:nvSpPr>
        <p:spPr>
          <a:xfrm>
            <a:off x="8199122" y="2406486"/>
            <a:ext cx="1208522" cy="246221"/>
          </a:xfrm>
          <a:prstGeom prst="rect">
            <a:avLst/>
          </a:prstGeom>
          <a:solidFill>
            <a:schemeClr val="bg1"/>
          </a:solidFill>
        </p:spPr>
        <p:txBody>
          <a:bodyPr wrap="square" lIns="0" tIns="0" rIns="0" bIns="0">
            <a:spAutoFit/>
          </a:bodyPr>
          <a:lstStyle/>
          <a:p>
            <a:pPr algn="ctr"/>
            <a:r>
              <a:rPr lang="en-US" altLang="zh-CN" sz="1600" dirty="0">
                <a:solidFill>
                  <a:schemeClr val="tx2"/>
                </a:solidFill>
                <a:latin typeface="+mj-lt"/>
              </a:rPr>
              <a:t>length bytes</a:t>
            </a:r>
          </a:p>
        </p:txBody>
      </p:sp>
      <p:sp>
        <p:nvSpPr>
          <p:cNvPr id="44" name="TextBox 43">
            <a:extLst>
              <a:ext uri="{FF2B5EF4-FFF2-40B4-BE49-F238E27FC236}">
                <a16:creationId xmlns:a16="http://schemas.microsoft.com/office/drawing/2014/main" id="{4CDD6C3F-104C-6E7D-12B9-C5F2A2CAC20F}"/>
              </a:ext>
            </a:extLst>
          </p:cNvPr>
          <p:cNvSpPr txBox="1"/>
          <p:nvPr/>
        </p:nvSpPr>
        <p:spPr>
          <a:xfrm>
            <a:off x="10611979" y="2406486"/>
            <a:ext cx="702808" cy="246221"/>
          </a:xfrm>
          <a:prstGeom prst="rect">
            <a:avLst/>
          </a:prstGeom>
          <a:solidFill>
            <a:schemeClr val="bg1"/>
          </a:solidFill>
        </p:spPr>
        <p:txBody>
          <a:bodyPr wrap="square" lIns="0" tIns="0" rIns="0" bIns="0">
            <a:spAutoFit/>
          </a:bodyPr>
          <a:lstStyle/>
          <a:p>
            <a:pPr algn="ctr"/>
            <a:r>
              <a:rPr lang="en-US" altLang="zh-CN" sz="1600" dirty="0">
                <a:solidFill>
                  <a:schemeClr val="tx2"/>
                </a:solidFill>
                <a:latin typeface="+mj-lt"/>
              </a:rPr>
              <a:t>2 bytes</a:t>
            </a:r>
          </a:p>
        </p:txBody>
      </p:sp>
      <p:sp>
        <p:nvSpPr>
          <p:cNvPr id="45" name="TextBox 44">
            <a:extLst>
              <a:ext uri="{FF2B5EF4-FFF2-40B4-BE49-F238E27FC236}">
                <a16:creationId xmlns:a16="http://schemas.microsoft.com/office/drawing/2014/main" id="{30B00199-03E3-4EBF-6B27-E7CD5F0630D9}"/>
              </a:ext>
            </a:extLst>
          </p:cNvPr>
          <p:cNvSpPr txBox="1"/>
          <p:nvPr/>
        </p:nvSpPr>
        <p:spPr>
          <a:xfrm>
            <a:off x="890565" y="2406486"/>
            <a:ext cx="702808" cy="246221"/>
          </a:xfrm>
          <a:prstGeom prst="rect">
            <a:avLst/>
          </a:prstGeom>
          <a:solidFill>
            <a:schemeClr val="bg1"/>
          </a:solidFill>
        </p:spPr>
        <p:txBody>
          <a:bodyPr wrap="square" lIns="0" tIns="0" rIns="0" bIns="0">
            <a:spAutoFit/>
          </a:bodyPr>
          <a:lstStyle/>
          <a:p>
            <a:pPr algn="ctr"/>
            <a:r>
              <a:rPr lang="en-US" altLang="zh-CN" sz="1600" dirty="0">
                <a:solidFill>
                  <a:schemeClr val="tx2"/>
                </a:solidFill>
                <a:latin typeface="+mj-lt"/>
              </a:rPr>
              <a:t>2 bytes</a:t>
            </a:r>
          </a:p>
        </p:txBody>
      </p:sp>
      <p:sp>
        <p:nvSpPr>
          <p:cNvPr id="50" name="Rectangle: Rounded Corners 49">
            <a:extLst>
              <a:ext uri="{FF2B5EF4-FFF2-40B4-BE49-F238E27FC236}">
                <a16:creationId xmlns:a16="http://schemas.microsoft.com/office/drawing/2014/main" id="{EDC7D956-0F29-CF55-E684-3D20D553B363}"/>
              </a:ext>
            </a:extLst>
          </p:cNvPr>
          <p:cNvSpPr/>
          <p:nvPr/>
        </p:nvSpPr>
        <p:spPr>
          <a:xfrm>
            <a:off x="4834787" y="4277542"/>
            <a:ext cx="1080000" cy="540000"/>
          </a:xfrm>
          <a:prstGeom prst="roundRect">
            <a:avLst>
              <a:gd name="adj" fmla="val 26871"/>
            </a:avLst>
          </a:prstGeom>
          <a:no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dirty="0">
                <a:solidFill>
                  <a:schemeClr val="tx2"/>
                </a:solidFill>
                <a:latin typeface="+mj-lt"/>
              </a:rPr>
              <a:t>label</a:t>
            </a:r>
            <a:endParaRPr lang="en-SE" sz="2400" dirty="0">
              <a:solidFill>
                <a:schemeClr val="tx2"/>
              </a:solidFill>
              <a:latin typeface="+mj-lt"/>
            </a:endParaRPr>
          </a:p>
        </p:txBody>
      </p:sp>
      <p:sp>
        <p:nvSpPr>
          <p:cNvPr id="51" name="Rectangle: Rounded Corners 50">
            <a:extLst>
              <a:ext uri="{FF2B5EF4-FFF2-40B4-BE49-F238E27FC236}">
                <a16:creationId xmlns:a16="http://schemas.microsoft.com/office/drawing/2014/main" id="{70BEE9B1-9953-F339-E6A1-EA903C37892D}"/>
              </a:ext>
            </a:extLst>
          </p:cNvPr>
          <p:cNvSpPr/>
          <p:nvPr/>
        </p:nvSpPr>
        <p:spPr>
          <a:xfrm>
            <a:off x="5914787" y="4277542"/>
            <a:ext cx="4320000" cy="540000"/>
          </a:xfrm>
          <a:prstGeom prst="roundRect">
            <a:avLst>
              <a:gd name="adj" fmla="val 26871"/>
            </a:avLst>
          </a:prstGeom>
          <a:no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dirty="0">
                <a:solidFill>
                  <a:schemeClr val="tx2"/>
                </a:solidFill>
                <a:latin typeface="+mj-lt"/>
              </a:rPr>
              <a:t>Data1(float)</a:t>
            </a:r>
            <a:endParaRPr lang="en-SE" sz="2400" dirty="0">
              <a:solidFill>
                <a:schemeClr val="tx2"/>
              </a:solidFill>
              <a:latin typeface="+mj-lt"/>
            </a:endParaRPr>
          </a:p>
        </p:txBody>
      </p:sp>
      <p:sp>
        <p:nvSpPr>
          <p:cNvPr id="56" name="Freeform: Shape 55">
            <a:extLst>
              <a:ext uri="{FF2B5EF4-FFF2-40B4-BE49-F238E27FC236}">
                <a16:creationId xmlns:a16="http://schemas.microsoft.com/office/drawing/2014/main" id="{F9893CF6-3CBB-A95C-8F51-E2C8197B9CE8}"/>
              </a:ext>
            </a:extLst>
          </p:cNvPr>
          <p:cNvSpPr/>
          <p:nvPr/>
        </p:nvSpPr>
        <p:spPr>
          <a:xfrm>
            <a:off x="10234787" y="4277543"/>
            <a:ext cx="1247952" cy="540000"/>
          </a:xfrm>
          <a:custGeom>
            <a:avLst/>
            <a:gdLst>
              <a:gd name="csX0" fmla="*/ 145103 w 1247952"/>
              <a:gd name="csY0" fmla="*/ 0 h 540000"/>
              <a:gd name="csX1" fmla="*/ 1247952 w 1247952"/>
              <a:gd name="csY1" fmla="*/ 0 h 540000"/>
              <a:gd name="csX2" fmla="*/ 1247952 w 1247952"/>
              <a:gd name="csY2" fmla="*/ 540000 h 540000"/>
              <a:gd name="csX3" fmla="*/ 145103 w 1247952"/>
              <a:gd name="csY3" fmla="*/ 540000 h 540000"/>
              <a:gd name="csX4" fmla="*/ 0 w 1247952"/>
              <a:gd name="csY4" fmla="*/ 394897 h 540000"/>
              <a:gd name="csX5" fmla="*/ 0 w 1247952"/>
              <a:gd name="csY5" fmla="*/ 145103 h 540000"/>
              <a:gd name="csX6" fmla="*/ 145103 w 1247952"/>
              <a:gd name="csY6" fmla="*/ 0 h 540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47952" h="540000">
                <a:moveTo>
                  <a:pt x="145103" y="0"/>
                </a:moveTo>
                <a:lnTo>
                  <a:pt x="1247952" y="0"/>
                </a:lnTo>
                <a:lnTo>
                  <a:pt x="1247952" y="540000"/>
                </a:lnTo>
                <a:lnTo>
                  <a:pt x="145103" y="540000"/>
                </a:lnTo>
                <a:cubicBezTo>
                  <a:pt x="64965" y="540000"/>
                  <a:pt x="0" y="475035"/>
                  <a:pt x="0" y="394897"/>
                </a:cubicBezTo>
                <a:lnTo>
                  <a:pt x="0" y="145103"/>
                </a:lnTo>
                <a:cubicBezTo>
                  <a:pt x="0" y="64965"/>
                  <a:pt x="64965" y="0"/>
                  <a:pt x="145103" y="0"/>
                </a:cubicBezTo>
                <a:close/>
              </a:path>
            </a:pathLst>
          </a:custGeom>
          <a:no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2400" dirty="0">
                <a:solidFill>
                  <a:schemeClr val="tx2"/>
                </a:solidFill>
                <a:latin typeface="+mj-lt"/>
              </a:rPr>
              <a:t>data2</a:t>
            </a:r>
            <a:endParaRPr lang="en-SE" sz="2400" dirty="0">
              <a:solidFill>
                <a:schemeClr val="tx2"/>
              </a:solidFill>
              <a:latin typeface="+mj-lt"/>
            </a:endParaRPr>
          </a:p>
        </p:txBody>
      </p:sp>
      <p:cxnSp>
        <p:nvCxnSpPr>
          <p:cNvPr id="57" name="Straight Connector 56">
            <a:extLst>
              <a:ext uri="{FF2B5EF4-FFF2-40B4-BE49-F238E27FC236}">
                <a16:creationId xmlns:a16="http://schemas.microsoft.com/office/drawing/2014/main" id="{98049D7B-89EF-2B49-D94F-73D77E4AE700}"/>
              </a:ext>
            </a:extLst>
          </p:cNvPr>
          <p:cNvCxnSpPr>
            <a:cxnSpLocks/>
            <a:stCxn id="56" idx="2"/>
            <a:endCxn id="56" idx="1"/>
          </p:cNvCxnSpPr>
          <p:nvPr/>
        </p:nvCxnSpPr>
        <p:spPr>
          <a:xfrm flipV="1">
            <a:off x="11482739" y="4277543"/>
            <a:ext cx="0" cy="540000"/>
          </a:xfrm>
          <a:prstGeom prst="line">
            <a:avLst/>
          </a:prstGeom>
          <a:ln w="50800" cap="sq">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DF1FB1A-F324-FA56-162F-4370520AED5D}"/>
              </a:ext>
            </a:extLst>
          </p:cNvPr>
          <p:cNvCxnSpPr>
            <a:cxnSpLocks/>
          </p:cNvCxnSpPr>
          <p:nvPr/>
        </p:nvCxnSpPr>
        <p:spPr>
          <a:xfrm>
            <a:off x="10671227" y="4277543"/>
            <a:ext cx="811512" cy="0"/>
          </a:xfrm>
          <a:prstGeom prst="line">
            <a:avLst/>
          </a:prstGeom>
          <a:ln w="5080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C059C615-7F79-D434-ADD3-7F7FDAA67779}"/>
              </a:ext>
            </a:extLst>
          </p:cNvPr>
          <p:cNvCxnSpPr>
            <a:cxnSpLocks/>
          </p:cNvCxnSpPr>
          <p:nvPr/>
        </p:nvCxnSpPr>
        <p:spPr>
          <a:xfrm>
            <a:off x="10671227" y="4817304"/>
            <a:ext cx="811512" cy="0"/>
          </a:xfrm>
          <a:prstGeom prst="line">
            <a:avLst/>
          </a:prstGeom>
          <a:ln w="5080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7F2E4095-44BA-1A36-EFA1-AF2A035F8286}"/>
              </a:ext>
            </a:extLst>
          </p:cNvPr>
          <p:cNvCxnSpPr>
            <a:cxnSpLocks/>
          </p:cNvCxnSpPr>
          <p:nvPr/>
        </p:nvCxnSpPr>
        <p:spPr>
          <a:xfrm flipV="1">
            <a:off x="10234787" y="4413899"/>
            <a:ext cx="0" cy="267288"/>
          </a:xfrm>
          <a:prstGeom prst="line">
            <a:avLst/>
          </a:prstGeom>
          <a:ln w="508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2E9BEFA4-A118-1391-2906-16787DC5E344}"/>
              </a:ext>
            </a:extLst>
          </p:cNvPr>
          <p:cNvCxnSpPr>
            <a:cxnSpLocks/>
          </p:cNvCxnSpPr>
          <p:nvPr/>
        </p:nvCxnSpPr>
        <p:spPr>
          <a:xfrm flipV="1">
            <a:off x="5914787" y="4413899"/>
            <a:ext cx="0" cy="267288"/>
          </a:xfrm>
          <a:prstGeom prst="line">
            <a:avLst/>
          </a:prstGeom>
          <a:ln w="508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DD1D6D37-4067-C590-DAA6-B3B3E75FE420}"/>
              </a:ext>
            </a:extLst>
          </p:cNvPr>
          <p:cNvCxnSpPr>
            <a:cxnSpLocks/>
          </p:cNvCxnSpPr>
          <p:nvPr/>
        </p:nvCxnSpPr>
        <p:spPr>
          <a:xfrm flipV="1">
            <a:off x="4834787" y="5178433"/>
            <a:ext cx="6282102" cy="2"/>
          </a:xfrm>
          <a:prstGeom prst="line">
            <a:avLst/>
          </a:prstGeom>
          <a:ln w="25400" cap="rnd">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72573E27-788F-B2BF-C67C-3E72B98F5451}"/>
              </a:ext>
            </a:extLst>
          </p:cNvPr>
          <p:cNvCxnSpPr>
            <a:cxnSpLocks/>
          </p:cNvCxnSpPr>
          <p:nvPr/>
        </p:nvCxnSpPr>
        <p:spPr>
          <a:xfrm>
            <a:off x="5914787" y="4681187"/>
            <a:ext cx="0" cy="880533"/>
          </a:xfrm>
          <a:prstGeom prst="line">
            <a:avLst/>
          </a:prstGeom>
          <a:ln w="25400" cap="rnd">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BC13786B-2CF3-1458-CCE4-5820F59B89FB}"/>
              </a:ext>
            </a:extLst>
          </p:cNvPr>
          <p:cNvCxnSpPr>
            <a:cxnSpLocks/>
          </p:cNvCxnSpPr>
          <p:nvPr/>
        </p:nvCxnSpPr>
        <p:spPr>
          <a:xfrm>
            <a:off x="10234787" y="4681187"/>
            <a:ext cx="0" cy="880533"/>
          </a:xfrm>
          <a:prstGeom prst="line">
            <a:avLst/>
          </a:prstGeom>
          <a:ln w="25400" cap="rnd">
            <a:solidFill>
              <a:schemeClr val="tx2"/>
            </a:solidFill>
            <a:prstDash val="sysDash"/>
          </a:ln>
        </p:spPr>
        <p:style>
          <a:lnRef idx="1">
            <a:schemeClr val="accent1"/>
          </a:lnRef>
          <a:fillRef idx="0">
            <a:schemeClr val="accent1"/>
          </a:fillRef>
          <a:effectRef idx="0">
            <a:schemeClr val="accent1"/>
          </a:effectRef>
          <a:fontRef idx="minor">
            <a:schemeClr val="tx1"/>
          </a:fontRef>
        </p:style>
      </p:cxnSp>
      <p:sp>
        <p:nvSpPr>
          <p:cNvPr id="202" name="TextBox 201">
            <a:extLst>
              <a:ext uri="{FF2B5EF4-FFF2-40B4-BE49-F238E27FC236}">
                <a16:creationId xmlns:a16="http://schemas.microsoft.com/office/drawing/2014/main" id="{460C51D5-8393-A296-3F80-160EE2084925}"/>
              </a:ext>
            </a:extLst>
          </p:cNvPr>
          <p:cNvSpPr txBox="1"/>
          <p:nvPr/>
        </p:nvSpPr>
        <p:spPr>
          <a:xfrm>
            <a:off x="5023383" y="5029428"/>
            <a:ext cx="702808" cy="246221"/>
          </a:xfrm>
          <a:prstGeom prst="rect">
            <a:avLst/>
          </a:prstGeom>
          <a:solidFill>
            <a:schemeClr val="bg1"/>
          </a:solidFill>
        </p:spPr>
        <p:txBody>
          <a:bodyPr wrap="square" lIns="0" tIns="0" rIns="0" bIns="0">
            <a:spAutoFit/>
          </a:bodyPr>
          <a:lstStyle/>
          <a:p>
            <a:pPr algn="ctr"/>
            <a:r>
              <a:rPr lang="en-US" altLang="zh-CN" sz="1600" dirty="0">
                <a:solidFill>
                  <a:schemeClr val="tx2"/>
                </a:solidFill>
                <a:latin typeface="+mj-lt"/>
              </a:rPr>
              <a:t>1 bytes</a:t>
            </a:r>
          </a:p>
        </p:txBody>
      </p:sp>
      <p:sp>
        <p:nvSpPr>
          <p:cNvPr id="204" name="TextBox 203">
            <a:extLst>
              <a:ext uri="{FF2B5EF4-FFF2-40B4-BE49-F238E27FC236}">
                <a16:creationId xmlns:a16="http://schemas.microsoft.com/office/drawing/2014/main" id="{96886E1D-CB5E-394F-EC2D-DB91BA982F5E}"/>
              </a:ext>
            </a:extLst>
          </p:cNvPr>
          <p:cNvSpPr txBox="1"/>
          <p:nvPr/>
        </p:nvSpPr>
        <p:spPr>
          <a:xfrm>
            <a:off x="7723383" y="5055323"/>
            <a:ext cx="702808" cy="246221"/>
          </a:xfrm>
          <a:prstGeom prst="rect">
            <a:avLst/>
          </a:prstGeom>
          <a:solidFill>
            <a:schemeClr val="bg1"/>
          </a:solidFill>
        </p:spPr>
        <p:txBody>
          <a:bodyPr wrap="square" lIns="0" tIns="0" rIns="0" bIns="0">
            <a:spAutoFit/>
          </a:bodyPr>
          <a:lstStyle/>
          <a:p>
            <a:pPr algn="ctr"/>
            <a:r>
              <a:rPr lang="en-US" altLang="zh-CN" sz="1600" dirty="0">
                <a:solidFill>
                  <a:schemeClr val="tx2"/>
                </a:solidFill>
                <a:latin typeface="+mj-lt"/>
              </a:rPr>
              <a:t>4 bytes</a:t>
            </a:r>
          </a:p>
        </p:txBody>
      </p:sp>
      <p:cxnSp>
        <p:nvCxnSpPr>
          <p:cNvPr id="208" name="Straight Connector 207">
            <a:extLst>
              <a:ext uri="{FF2B5EF4-FFF2-40B4-BE49-F238E27FC236}">
                <a16:creationId xmlns:a16="http://schemas.microsoft.com/office/drawing/2014/main" id="{E687A82A-089D-988B-DB6F-B5298D93EC27}"/>
              </a:ext>
            </a:extLst>
          </p:cNvPr>
          <p:cNvCxnSpPr>
            <a:cxnSpLocks/>
          </p:cNvCxnSpPr>
          <p:nvPr/>
        </p:nvCxnSpPr>
        <p:spPr>
          <a:xfrm flipV="1">
            <a:off x="4834787" y="4413899"/>
            <a:ext cx="0" cy="267288"/>
          </a:xfrm>
          <a:prstGeom prst="line">
            <a:avLst/>
          </a:prstGeom>
          <a:ln w="508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207" name="Freeform: Shape 206">
            <a:extLst>
              <a:ext uri="{FF2B5EF4-FFF2-40B4-BE49-F238E27FC236}">
                <a16:creationId xmlns:a16="http://schemas.microsoft.com/office/drawing/2014/main" id="{F4A4063F-69C9-5783-D04B-4B104F573BF0}"/>
              </a:ext>
            </a:extLst>
          </p:cNvPr>
          <p:cNvSpPr/>
          <p:nvPr/>
        </p:nvSpPr>
        <p:spPr>
          <a:xfrm>
            <a:off x="4647516" y="2023533"/>
            <a:ext cx="7103212" cy="3679209"/>
          </a:xfrm>
          <a:custGeom>
            <a:avLst/>
            <a:gdLst>
              <a:gd name="csX0" fmla="*/ 5199217 w 7103212"/>
              <a:gd name="csY0" fmla="*/ 0 h 3679209"/>
              <a:gd name="csX1" fmla="*/ 6951817 w 7103212"/>
              <a:gd name="csY1" fmla="*/ 1879600 h 3679209"/>
              <a:gd name="csX2" fmla="*/ 1949721 w 7103212"/>
              <a:gd name="csY2" fmla="*/ 1892059 h 3679209"/>
              <a:gd name="csX3" fmla="*/ 6894080 w 7103212"/>
              <a:gd name="csY3" fmla="*/ 1892059 h 3679209"/>
              <a:gd name="csX4" fmla="*/ 7103212 w 7103212"/>
              <a:gd name="csY4" fmla="*/ 2101191 h 3679209"/>
              <a:gd name="csX5" fmla="*/ 7103212 w 7103212"/>
              <a:gd name="csY5" fmla="*/ 3470077 h 3679209"/>
              <a:gd name="csX6" fmla="*/ 6894080 w 7103212"/>
              <a:gd name="csY6" fmla="*/ 3679209 h 3679209"/>
              <a:gd name="csX7" fmla="*/ 209132 w 7103212"/>
              <a:gd name="csY7" fmla="*/ 3679209 h 3679209"/>
              <a:gd name="csX8" fmla="*/ 0 w 7103212"/>
              <a:gd name="csY8" fmla="*/ 3470077 h 3679209"/>
              <a:gd name="csX9" fmla="*/ 0 w 7103212"/>
              <a:gd name="csY9" fmla="*/ 2101191 h 3679209"/>
              <a:gd name="csX10" fmla="*/ 127729 w 7103212"/>
              <a:gd name="csY10" fmla="*/ 1908494 h 3679209"/>
              <a:gd name="csX11" fmla="*/ 166363 w 7103212"/>
              <a:gd name="csY11" fmla="*/ 1896501 h 3679209"/>
              <a:gd name="csX12" fmla="*/ 153084 w 7103212"/>
              <a:gd name="csY12" fmla="*/ 1896534 h 3679209"/>
              <a:gd name="csX13" fmla="*/ 3175684 w 7103212"/>
              <a:gd name="csY13" fmla="*/ 8467 h 3679209"/>
              <a:gd name="csX0" fmla="*/ 5199217 w 7103212"/>
              <a:gd name="csY0" fmla="*/ 0 h 3679209"/>
              <a:gd name="csX1" fmla="*/ 6951817 w 7103212"/>
              <a:gd name="csY1" fmla="*/ 1879600 h 3679209"/>
              <a:gd name="csX2" fmla="*/ 6894080 w 7103212"/>
              <a:gd name="csY2" fmla="*/ 1892059 h 3679209"/>
              <a:gd name="csX3" fmla="*/ 7103212 w 7103212"/>
              <a:gd name="csY3" fmla="*/ 2101191 h 3679209"/>
              <a:gd name="csX4" fmla="*/ 7103212 w 7103212"/>
              <a:gd name="csY4" fmla="*/ 3470077 h 3679209"/>
              <a:gd name="csX5" fmla="*/ 6894080 w 7103212"/>
              <a:gd name="csY5" fmla="*/ 3679209 h 3679209"/>
              <a:gd name="csX6" fmla="*/ 209132 w 7103212"/>
              <a:gd name="csY6" fmla="*/ 3679209 h 3679209"/>
              <a:gd name="csX7" fmla="*/ 0 w 7103212"/>
              <a:gd name="csY7" fmla="*/ 3470077 h 3679209"/>
              <a:gd name="csX8" fmla="*/ 0 w 7103212"/>
              <a:gd name="csY8" fmla="*/ 2101191 h 3679209"/>
              <a:gd name="csX9" fmla="*/ 127729 w 7103212"/>
              <a:gd name="csY9" fmla="*/ 1908494 h 3679209"/>
              <a:gd name="csX10" fmla="*/ 166363 w 7103212"/>
              <a:gd name="csY10" fmla="*/ 1896501 h 3679209"/>
              <a:gd name="csX11" fmla="*/ 153084 w 7103212"/>
              <a:gd name="csY11" fmla="*/ 1896534 h 3679209"/>
              <a:gd name="csX12" fmla="*/ 3175684 w 7103212"/>
              <a:gd name="csY12" fmla="*/ 8467 h 3679209"/>
              <a:gd name="csX13" fmla="*/ 5199217 w 7103212"/>
              <a:gd name="csY13" fmla="*/ 0 h 3679209"/>
              <a:gd name="csX0" fmla="*/ 5199217 w 7103212"/>
              <a:gd name="csY0" fmla="*/ 0 h 3679209"/>
              <a:gd name="csX1" fmla="*/ 6951817 w 7103212"/>
              <a:gd name="csY1" fmla="*/ 1879600 h 3679209"/>
              <a:gd name="csX2" fmla="*/ 6894080 w 7103212"/>
              <a:gd name="csY2" fmla="*/ 1892059 h 3679209"/>
              <a:gd name="csX3" fmla="*/ 7103212 w 7103212"/>
              <a:gd name="csY3" fmla="*/ 2101191 h 3679209"/>
              <a:gd name="csX4" fmla="*/ 7103212 w 7103212"/>
              <a:gd name="csY4" fmla="*/ 3470077 h 3679209"/>
              <a:gd name="csX5" fmla="*/ 6894080 w 7103212"/>
              <a:gd name="csY5" fmla="*/ 3679209 h 3679209"/>
              <a:gd name="csX6" fmla="*/ 209132 w 7103212"/>
              <a:gd name="csY6" fmla="*/ 3679209 h 3679209"/>
              <a:gd name="csX7" fmla="*/ 0 w 7103212"/>
              <a:gd name="csY7" fmla="*/ 3470077 h 3679209"/>
              <a:gd name="csX8" fmla="*/ 0 w 7103212"/>
              <a:gd name="csY8" fmla="*/ 2101191 h 3679209"/>
              <a:gd name="csX9" fmla="*/ 127729 w 7103212"/>
              <a:gd name="csY9" fmla="*/ 1908494 h 3679209"/>
              <a:gd name="csX10" fmla="*/ 166363 w 7103212"/>
              <a:gd name="csY10" fmla="*/ 1896501 h 3679209"/>
              <a:gd name="csX11" fmla="*/ 153084 w 7103212"/>
              <a:gd name="csY11" fmla="*/ 1896534 h 3679209"/>
              <a:gd name="csX12" fmla="*/ 3175684 w 7103212"/>
              <a:gd name="csY12" fmla="*/ 8467 h 3679209"/>
              <a:gd name="csX13" fmla="*/ 5199217 w 7103212"/>
              <a:gd name="csY13" fmla="*/ 0 h 3679209"/>
              <a:gd name="csX0" fmla="*/ 5199217 w 7103212"/>
              <a:gd name="csY0" fmla="*/ 0 h 3679209"/>
              <a:gd name="csX1" fmla="*/ 6894080 w 7103212"/>
              <a:gd name="csY1" fmla="*/ 1892059 h 3679209"/>
              <a:gd name="csX2" fmla="*/ 7103212 w 7103212"/>
              <a:gd name="csY2" fmla="*/ 2101191 h 3679209"/>
              <a:gd name="csX3" fmla="*/ 7103212 w 7103212"/>
              <a:gd name="csY3" fmla="*/ 3470077 h 3679209"/>
              <a:gd name="csX4" fmla="*/ 6894080 w 7103212"/>
              <a:gd name="csY4" fmla="*/ 3679209 h 3679209"/>
              <a:gd name="csX5" fmla="*/ 209132 w 7103212"/>
              <a:gd name="csY5" fmla="*/ 3679209 h 3679209"/>
              <a:gd name="csX6" fmla="*/ 0 w 7103212"/>
              <a:gd name="csY6" fmla="*/ 3470077 h 3679209"/>
              <a:gd name="csX7" fmla="*/ 0 w 7103212"/>
              <a:gd name="csY7" fmla="*/ 2101191 h 3679209"/>
              <a:gd name="csX8" fmla="*/ 127729 w 7103212"/>
              <a:gd name="csY8" fmla="*/ 1908494 h 3679209"/>
              <a:gd name="csX9" fmla="*/ 166363 w 7103212"/>
              <a:gd name="csY9" fmla="*/ 1896501 h 3679209"/>
              <a:gd name="csX10" fmla="*/ 153084 w 7103212"/>
              <a:gd name="csY10" fmla="*/ 1896534 h 3679209"/>
              <a:gd name="csX11" fmla="*/ 3175684 w 7103212"/>
              <a:gd name="csY11" fmla="*/ 8467 h 3679209"/>
              <a:gd name="csX12" fmla="*/ 5199217 w 7103212"/>
              <a:gd name="csY12" fmla="*/ 0 h 3679209"/>
              <a:gd name="csX0" fmla="*/ 5199217 w 7103212"/>
              <a:gd name="csY0" fmla="*/ 0 h 3679209"/>
              <a:gd name="csX1" fmla="*/ 6894080 w 7103212"/>
              <a:gd name="csY1" fmla="*/ 1892059 h 3679209"/>
              <a:gd name="csX2" fmla="*/ 7103212 w 7103212"/>
              <a:gd name="csY2" fmla="*/ 2101191 h 3679209"/>
              <a:gd name="csX3" fmla="*/ 7103212 w 7103212"/>
              <a:gd name="csY3" fmla="*/ 3470077 h 3679209"/>
              <a:gd name="csX4" fmla="*/ 6894080 w 7103212"/>
              <a:gd name="csY4" fmla="*/ 3679209 h 3679209"/>
              <a:gd name="csX5" fmla="*/ 209132 w 7103212"/>
              <a:gd name="csY5" fmla="*/ 3679209 h 3679209"/>
              <a:gd name="csX6" fmla="*/ 0 w 7103212"/>
              <a:gd name="csY6" fmla="*/ 3470077 h 3679209"/>
              <a:gd name="csX7" fmla="*/ 0 w 7103212"/>
              <a:gd name="csY7" fmla="*/ 2101191 h 3679209"/>
              <a:gd name="csX8" fmla="*/ 127729 w 7103212"/>
              <a:gd name="csY8" fmla="*/ 1908494 h 3679209"/>
              <a:gd name="csX9" fmla="*/ 166363 w 7103212"/>
              <a:gd name="csY9" fmla="*/ 1896501 h 3679209"/>
              <a:gd name="csX10" fmla="*/ 153084 w 7103212"/>
              <a:gd name="csY10" fmla="*/ 1896534 h 3679209"/>
              <a:gd name="csX11" fmla="*/ 3175684 w 7103212"/>
              <a:gd name="csY11" fmla="*/ 8467 h 3679209"/>
              <a:gd name="csX12" fmla="*/ 5199217 w 7103212"/>
              <a:gd name="csY12" fmla="*/ 0 h 3679209"/>
              <a:gd name="csX0" fmla="*/ 5199217 w 7103212"/>
              <a:gd name="csY0" fmla="*/ 0 h 3679209"/>
              <a:gd name="csX1" fmla="*/ 6924560 w 7103212"/>
              <a:gd name="csY1" fmla="*/ 1861579 h 3679209"/>
              <a:gd name="csX2" fmla="*/ 7103212 w 7103212"/>
              <a:gd name="csY2" fmla="*/ 2101191 h 3679209"/>
              <a:gd name="csX3" fmla="*/ 7103212 w 7103212"/>
              <a:gd name="csY3" fmla="*/ 3470077 h 3679209"/>
              <a:gd name="csX4" fmla="*/ 6894080 w 7103212"/>
              <a:gd name="csY4" fmla="*/ 3679209 h 3679209"/>
              <a:gd name="csX5" fmla="*/ 209132 w 7103212"/>
              <a:gd name="csY5" fmla="*/ 3679209 h 3679209"/>
              <a:gd name="csX6" fmla="*/ 0 w 7103212"/>
              <a:gd name="csY6" fmla="*/ 3470077 h 3679209"/>
              <a:gd name="csX7" fmla="*/ 0 w 7103212"/>
              <a:gd name="csY7" fmla="*/ 2101191 h 3679209"/>
              <a:gd name="csX8" fmla="*/ 127729 w 7103212"/>
              <a:gd name="csY8" fmla="*/ 1908494 h 3679209"/>
              <a:gd name="csX9" fmla="*/ 166363 w 7103212"/>
              <a:gd name="csY9" fmla="*/ 1896501 h 3679209"/>
              <a:gd name="csX10" fmla="*/ 153084 w 7103212"/>
              <a:gd name="csY10" fmla="*/ 1896534 h 3679209"/>
              <a:gd name="csX11" fmla="*/ 3175684 w 7103212"/>
              <a:gd name="csY11" fmla="*/ 8467 h 3679209"/>
              <a:gd name="csX12" fmla="*/ 5199217 w 7103212"/>
              <a:gd name="csY12" fmla="*/ 0 h 3679209"/>
              <a:gd name="csX0" fmla="*/ 5199217 w 7146735"/>
              <a:gd name="csY0" fmla="*/ 0 h 3679209"/>
              <a:gd name="csX1" fmla="*/ 6924560 w 7146735"/>
              <a:gd name="csY1" fmla="*/ 1861579 h 3679209"/>
              <a:gd name="csX2" fmla="*/ 7103212 w 7146735"/>
              <a:gd name="csY2" fmla="*/ 2101191 h 3679209"/>
              <a:gd name="csX3" fmla="*/ 7103212 w 7146735"/>
              <a:gd name="csY3" fmla="*/ 3470077 h 3679209"/>
              <a:gd name="csX4" fmla="*/ 6894080 w 7146735"/>
              <a:gd name="csY4" fmla="*/ 3679209 h 3679209"/>
              <a:gd name="csX5" fmla="*/ 209132 w 7146735"/>
              <a:gd name="csY5" fmla="*/ 3679209 h 3679209"/>
              <a:gd name="csX6" fmla="*/ 0 w 7146735"/>
              <a:gd name="csY6" fmla="*/ 3470077 h 3679209"/>
              <a:gd name="csX7" fmla="*/ 0 w 7146735"/>
              <a:gd name="csY7" fmla="*/ 2101191 h 3679209"/>
              <a:gd name="csX8" fmla="*/ 127729 w 7146735"/>
              <a:gd name="csY8" fmla="*/ 1908494 h 3679209"/>
              <a:gd name="csX9" fmla="*/ 166363 w 7146735"/>
              <a:gd name="csY9" fmla="*/ 1896501 h 3679209"/>
              <a:gd name="csX10" fmla="*/ 153084 w 7146735"/>
              <a:gd name="csY10" fmla="*/ 1896534 h 3679209"/>
              <a:gd name="csX11" fmla="*/ 3175684 w 7146735"/>
              <a:gd name="csY11" fmla="*/ 8467 h 3679209"/>
              <a:gd name="csX12" fmla="*/ 5199217 w 7146735"/>
              <a:gd name="csY12" fmla="*/ 0 h 3679209"/>
              <a:gd name="csX0" fmla="*/ 5199217 w 7103212"/>
              <a:gd name="csY0" fmla="*/ 0 h 3679209"/>
              <a:gd name="csX1" fmla="*/ 6924560 w 7103212"/>
              <a:gd name="csY1" fmla="*/ 1861579 h 3679209"/>
              <a:gd name="csX2" fmla="*/ 7103212 w 7103212"/>
              <a:gd name="csY2" fmla="*/ 2101191 h 3679209"/>
              <a:gd name="csX3" fmla="*/ 7103212 w 7103212"/>
              <a:gd name="csY3" fmla="*/ 3470077 h 3679209"/>
              <a:gd name="csX4" fmla="*/ 6894080 w 7103212"/>
              <a:gd name="csY4" fmla="*/ 3679209 h 3679209"/>
              <a:gd name="csX5" fmla="*/ 209132 w 7103212"/>
              <a:gd name="csY5" fmla="*/ 3679209 h 3679209"/>
              <a:gd name="csX6" fmla="*/ 0 w 7103212"/>
              <a:gd name="csY6" fmla="*/ 3470077 h 3679209"/>
              <a:gd name="csX7" fmla="*/ 0 w 7103212"/>
              <a:gd name="csY7" fmla="*/ 2101191 h 3679209"/>
              <a:gd name="csX8" fmla="*/ 127729 w 7103212"/>
              <a:gd name="csY8" fmla="*/ 1908494 h 3679209"/>
              <a:gd name="csX9" fmla="*/ 166363 w 7103212"/>
              <a:gd name="csY9" fmla="*/ 1896501 h 3679209"/>
              <a:gd name="csX10" fmla="*/ 153084 w 7103212"/>
              <a:gd name="csY10" fmla="*/ 1896534 h 3679209"/>
              <a:gd name="csX11" fmla="*/ 3175684 w 7103212"/>
              <a:gd name="csY11" fmla="*/ 8467 h 3679209"/>
              <a:gd name="csX12" fmla="*/ 5199217 w 7103212"/>
              <a:gd name="csY12" fmla="*/ 0 h 3679209"/>
              <a:gd name="csX0" fmla="*/ 5199217 w 7103212"/>
              <a:gd name="csY0" fmla="*/ 0 h 3679209"/>
              <a:gd name="csX1" fmla="*/ 6924560 w 7103212"/>
              <a:gd name="csY1" fmla="*/ 1861579 h 3679209"/>
              <a:gd name="csX2" fmla="*/ 7103212 w 7103212"/>
              <a:gd name="csY2" fmla="*/ 2101191 h 3679209"/>
              <a:gd name="csX3" fmla="*/ 7103212 w 7103212"/>
              <a:gd name="csY3" fmla="*/ 3470077 h 3679209"/>
              <a:gd name="csX4" fmla="*/ 6894080 w 7103212"/>
              <a:gd name="csY4" fmla="*/ 3679209 h 3679209"/>
              <a:gd name="csX5" fmla="*/ 209132 w 7103212"/>
              <a:gd name="csY5" fmla="*/ 3679209 h 3679209"/>
              <a:gd name="csX6" fmla="*/ 0 w 7103212"/>
              <a:gd name="csY6" fmla="*/ 3470077 h 3679209"/>
              <a:gd name="csX7" fmla="*/ 0 w 7103212"/>
              <a:gd name="csY7" fmla="*/ 2101191 h 3679209"/>
              <a:gd name="csX8" fmla="*/ 127729 w 7103212"/>
              <a:gd name="csY8" fmla="*/ 1908494 h 3679209"/>
              <a:gd name="csX9" fmla="*/ 166363 w 7103212"/>
              <a:gd name="csY9" fmla="*/ 1896501 h 3679209"/>
              <a:gd name="csX10" fmla="*/ 153084 w 7103212"/>
              <a:gd name="csY10" fmla="*/ 1896534 h 3679209"/>
              <a:gd name="csX11" fmla="*/ 3175684 w 7103212"/>
              <a:gd name="csY11" fmla="*/ 8467 h 3679209"/>
              <a:gd name="csX12" fmla="*/ 5199217 w 7103212"/>
              <a:gd name="csY12" fmla="*/ 0 h 36792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103212" h="3679209">
                <a:moveTo>
                  <a:pt x="5199217" y="0"/>
                </a:moveTo>
                <a:lnTo>
                  <a:pt x="6924560" y="1861579"/>
                </a:lnTo>
                <a:cubicBezTo>
                  <a:pt x="7029900" y="1973339"/>
                  <a:pt x="7016852" y="1945051"/>
                  <a:pt x="7103212" y="2101191"/>
                </a:cubicBezTo>
                <a:lnTo>
                  <a:pt x="7103212" y="3470077"/>
                </a:lnTo>
                <a:cubicBezTo>
                  <a:pt x="7103212" y="3585577"/>
                  <a:pt x="7009580" y="3679209"/>
                  <a:pt x="6894080" y="3679209"/>
                </a:cubicBezTo>
                <a:lnTo>
                  <a:pt x="209132" y="3679209"/>
                </a:lnTo>
                <a:cubicBezTo>
                  <a:pt x="93632" y="3679209"/>
                  <a:pt x="0" y="3585577"/>
                  <a:pt x="0" y="3470077"/>
                </a:cubicBezTo>
                <a:lnTo>
                  <a:pt x="0" y="2101191"/>
                </a:lnTo>
                <a:cubicBezTo>
                  <a:pt x="0" y="2014566"/>
                  <a:pt x="52668" y="1940242"/>
                  <a:pt x="127729" y="1908494"/>
                </a:cubicBezTo>
                <a:lnTo>
                  <a:pt x="166363" y="1896501"/>
                </a:lnTo>
                <a:lnTo>
                  <a:pt x="153084" y="1896534"/>
                </a:lnTo>
                <a:lnTo>
                  <a:pt x="3175684" y="8467"/>
                </a:lnTo>
                <a:lnTo>
                  <a:pt x="5199217" y="0"/>
                </a:lnTo>
                <a:close/>
              </a:path>
            </a:pathLst>
          </a:custGeom>
          <a:solidFill>
            <a:schemeClr val="tx2">
              <a:alpha val="10000"/>
            </a:schemeClr>
          </a:solidFill>
          <a:ln w="50800">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en-SE" sz="2400" dirty="0">
              <a:solidFill>
                <a:schemeClr val="tx2"/>
              </a:solidFill>
              <a:latin typeface="+mj-lt"/>
            </a:endParaRPr>
          </a:p>
        </p:txBody>
      </p:sp>
    </p:spTree>
    <p:extLst>
      <p:ext uri="{BB962C8B-B14F-4D97-AF65-F5344CB8AC3E}">
        <p14:creationId xmlns:p14="http://schemas.microsoft.com/office/powerpoint/2010/main" val="356630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8BF1CE2D-0552-9650-EC4A-2349F7F7928D}"/>
              </a:ext>
            </a:extLst>
          </p:cNvPr>
          <p:cNvSpPr/>
          <p:nvPr/>
        </p:nvSpPr>
        <p:spPr>
          <a:xfrm>
            <a:off x="641131" y="2463499"/>
            <a:ext cx="7062952" cy="3952336"/>
          </a:xfrm>
          <a:prstGeom prst="roundRect">
            <a:avLst>
              <a:gd name="adj" fmla="val 8566"/>
            </a:avLst>
          </a:prstGeom>
          <a:solidFill>
            <a:schemeClr val="tx2">
              <a:alpha val="10000"/>
            </a:schemeClr>
          </a:solidFill>
          <a:ln w="508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SE" sz="2400" dirty="0">
              <a:solidFill>
                <a:schemeClr val="tx2"/>
              </a:solidFill>
              <a:latin typeface="+mj-lt"/>
            </a:endParaRPr>
          </a:p>
        </p:txBody>
      </p:sp>
      <p:sp>
        <p:nvSpPr>
          <p:cNvPr id="5" name="Rectangle 4">
            <a:extLst>
              <a:ext uri="{FF2B5EF4-FFF2-40B4-BE49-F238E27FC236}">
                <a16:creationId xmlns:a16="http://schemas.microsoft.com/office/drawing/2014/main" id="{FEA476EB-6F5D-9923-9F7E-BE1A2CA01883}"/>
              </a:ext>
            </a:extLst>
          </p:cNvPr>
          <p:cNvSpPr/>
          <p:nvPr/>
        </p:nvSpPr>
        <p:spPr>
          <a:xfrm>
            <a:off x="2056839" y="3084056"/>
            <a:ext cx="5265682" cy="2448911"/>
          </a:xfrm>
          <a:prstGeom prst="rect">
            <a:avLst/>
          </a:prstGeom>
          <a:solidFill>
            <a:schemeClr val="bg1"/>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0" name="Rectangle 19">
            <a:extLst>
              <a:ext uri="{FF2B5EF4-FFF2-40B4-BE49-F238E27FC236}">
                <a16:creationId xmlns:a16="http://schemas.microsoft.com/office/drawing/2014/main" id="{68893AFF-ACE7-464A-E37B-A9B2D75BF8E2}"/>
              </a:ext>
            </a:extLst>
          </p:cNvPr>
          <p:cNvSpPr/>
          <p:nvPr/>
        </p:nvSpPr>
        <p:spPr>
          <a:xfrm>
            <a:off x="6095999" y="3076270"/>
            <a:ext cx="1217422" cy="244891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 name="Text Placeholder 1">
            <a:extLst>
              <a:ext uri="{FF2B5EF4-FFF2-40B4-BE49-F238E27FC236}">
                <a16:creationId xmlns:a16="http://schemas.microsoft.com/office/drawing/2014/main" id="{6B3A9F7D-645B-5057-895D-9C2524B2C357}"/>
              </a:ext>
            </a:extLst>
          </p:cNvPr>
          <p:cNvSpPr>
            <a:spLocks noGrp="1"/>
          </p:cNvSpPr>
          <p:nvPr>
            <p:ph type="body" idx="1"/>
          </p:nvPr>
        </p:nvSpPr>
        <p:spPr>
          <a:xfrm>
            <a:off x="391843" y="1325033"/>
            <a:ext cx="11265300" cy="671933"/>
          </a:xfrm>
        </p:spPr>
        <p:txBody>
          <a:bodyPr/>
          <a:lstStyle/>
          <a:p>
            <a:pPr marL="44450" indent="0">
              <a:buNone/>
            </a:pPr>
            <a:r>
              <a:rPr lang="en-US" sz="2800" b="1" dirty="0">
                <a:solidFill>
                  <a:schemeClr val="tx2"/>
                </a:solidFill>
              </a:rPr>
              <a:t>[Load] (Train + Val [Save?]) + …… + (Train + Val [Save?]) + Test</a:t>
            </a:r>
          </a:p>
        </p:txBody>
      </p:sp>
      <p:sp>
        <p:nvSpPr>
          <p:cNvPr id="3" name="Title 2">
            <a:extLst>
              <a:ext uri="{FF2B5EF4-FFF2-40B4-BE49-F238E27FC236}">
                <a16:creationId xmlns:a16="http://schemas.microsoft.com/office/drawing/2014/main" id="{908650E6-64CE-C9A2-7358-25BBA33B25BD}"/>
              </a:ext>
            </a:extLst>
          </p:cNvPr>
          <p:cNvSpPr>
            <a:spLocks noGrp="1"/>
          </p:cNvSpPr>
          <p:nvPr>
            <p:ph type="title"/>
          </p:nvPr>
        </p:nvSpPr>
        <p:spPr/>
        <p:txBody>
          <a:bodyPr/>
          <a:lstStyle/>
          <a:p>
            <a:r>
              <a:rPr lang="en-US" dirty="0"/>
              <a:t>Process and Flash</a:t>
            </a:r>
            <a:endParaRPr lang="en-SE" dirty="0"/>
          </a:p>
        </p:txBody>
      </p:sp>
      <p:sp>
        <p:nvSpPr>
          <p:cNvPr id="4" name="Slide Number Placeholder 3">
            <a:extLst>
              <a:ext uri="{FF2B5EF4-FFF2-40B4-BE49-F238E27FC236}">
                <a16:creationId xmlns:a16="http://schemas.microsoft.com/office/drawing/2014/main" id="{66A7C273-E0D1-D781-7306-DB8DFAB6991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
        <p:nvSpPr>
          <p:cNvPr id="8" name="Text Placeholder 1">
            <a:extLst>
              <a:ext uri="{FF2B5EF4-FFF2-40B4-BE49-F238E27FC236}">
                <a16:creationId xmlns:a16="http://schemas.microsoft.com/office/drawing/2014/main" id="{7745629F-3089-F270-8202-5655830D88B2}"/>
              </a:ext>
            </a:extLst>
          </p:cNvPr>
          <p:cNvSpPr txBox="1">
            <a:spLocks/>
          </p:cNvSpPr>
          <p:nvPr/>
        </p:nvSpPr>
        <p:spPr>
          <a:xfrm>
            <a:off x="1268243" y="5999500"/>
            <a:ext cx="1577190" cy="416335"/>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412750" algn="l" rtl="0">
              <a:lnSpc>
                <a:spcPct val="100000"/>
              </a:lnSpc>
              <a:spcBef>
                <a:spcPts val="0"/>
              </a:spcBef>
              <a:spcAft>
                <a:spcPts val="0"/>
              </a:spcAft>
              <a:buClr>
                <a:schemeClr val="lt2"/>
              </a:buClr>
              <a:buSzPts val="2900"/>
              <a:buFont typeface="Arial"/>
              <a:buChar char="●"/>
              <a:defRPr sz="2900" b="0" i="0" u="none" strike="noStrike" cap="none">
                <a:solidFill>
                  <a:srgbClr val="000000"/>
                </a:solidFill>
                <a:latin typeface="Arial"/>
                <a:ea typeface="Arial"/>
                <a:cs typeface="Arial"/>
                <a:sym typeface="Arial"/>
              </a:defRPr>
            </a:lvl1pPr>
            <a:lvl2pPr marL="914400" marR="0" lvl="1" indent="-349250" algn="l" rtl="0">
              <a:lnSpc>
                <a:spcPct val="100000"/>
              </a:lnSpc>
              <a:spcBef>
                <a:spcPts val="400"/>
              </a:spcBef>
              <a:spcAft>
                <a:spcPts val="0"/>
              </a:spcAft>
              <a:buClr>
                <a:schemeClr val="lt2"/>
              </a:buClr>
              <a:buSzPts val="1900"/>
              <a:buFont typeface="Arial"/>
              <a:buChar char="●"/>
              <a:defRPr sz="2100" b="0" i="0" u="none" strike="noStrike" cap="none">
                <a:solidFill>
                  <a:srgbClr val="000000"/>
                </a:solidFill>
                <a:latin typeface="Arial"/>
                <a:ea typeface="Arial"/>
                <a:cs typeface="Arial"/>
                <a:sym typeface="Arial"/>
              </a:defRPr>
            </a:lvl2pPr>
            <a:lvl3pPr marL="1371600" marR="0" lvl="2" indent="-311150" algn="l" rtl="0">
              <a:lnSpc>
                <a:spcPct val="100000"/>
              </a:lnSpc>
              <a:spcBef>
                <a:spcPts val="400"/>
              </a:spcBef>
              <a:spcAft>
                <a:spcPts val="0"/>
              </a:spcAft>
              <a:buClr>
                <a:schemeClr val="lt2"/>
              </a:buClr>
              <a:buSzPts val="1300"/>
              <a:buFont typeface="Arial"/>
              <a:buChar char="●"/>
              <a:defRPr sz="1700" b="0" i="0" u="none" strike="noStrike" cap="none">
                <a:solidFill>
                  <a:srgbClr val="000000"/>
                </a:solidFill>
                <a:latin typeface="Arial"/>
                <a:ea typeface="Arial"/>
                <a:cs typeface="Arial"/>
                <a:sym typeface="Arial"/>
              </a:defRPr>
            </a:lvl3pPr>
            <a:lvl4pPr marL="1828800" marR="0" lvl="3" indent="-228600" algn="l" rtl="0">
              <a:lnSpc>
                <a:spcPct val="100000"/>
              </a:lnSpc>
              <a:spcBef>
                <a:spcPts val="800"/>
              </a:spcBef>
              <a:spcAft>
                <a:spcPts val="0"/>
              </a:spcAft>
              <a:buClr>
                <a:srgbClr val="FF0000"/>
              </a:buClr>
              <a:buSzPts val="2400"/>
              <a:buFont typeface="Arial"/>
              <a:buNone/>
              <a:defRPr sz="1600" b="0" i="0" u="none" strike="noStrike" cap="none">
                <a:solidFill>
                  <a:srgbClr val="595959"/>
                </a:solidFill>
                <a:latin typeface="Arial"/>
                <a:ea typeface="Arial"/>
                <a:cs typeface="Arial"/>
                <a:sym typeface="Arial"/>
              </a:defRPr>
            </a:lvl4pPr>
            <a:lvl5pPr marL="2286000" marR="0" lvl="4" indent="-355600" algn="l" rtl="0">
              <a:lnSpc>
                <a:spcPct val="100000"/>
              </a:lnSpc>
              <a:spcBef>
                <a:spcPts val="800"/>
              </a:spcBef>
              <a:spcAft>
                <a:spcPts val="0"/>
              </a:spcAft>
              <a:buClr>
                <a:schemeClr val="lt2"/>
              </a:buClr>
              <a:buSzPts val="2000"/>
              <a:buFont typeface="Arial"/>
              <a:buChar char="•"/>
              <a:defRPr sz="1300" b="0" i="0" u="none" strike="noStrike" cap="none">
                <a:solidFill>
                  <a:srgbClr val="595959"/>
                </a:solidFill>
                <a:latin typeface="Arial"/>
                <a:ea typeface="Arial"/>
                <a:cs typeface="Arial"/>
                <a:sym typeface="Arial"/>
              </a:defRPr>
            </a:lvl5pPr>
            <a:lvl6pPr marL="2743200" marR="0" lvl="5"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6pPr>
            <a:lvl7pPr marL="3200400" marR="0" lvl="6"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7pPr>
            <a:lvl8pPr marL="3657600" marR="0" lvl="7"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8pPr>
            <a:lvl9pPr marL="4114800" marR="0" lvl="8"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9pPr>
          </a:lstStyle>
          <a:p>
            <a:pPr marL="44450" indent="0" algn="ctr">
              <a:buFont typeface="Arial"/>
              <a:buNone/>
            </a:pPr>
            <a:r>
              <a:rPr lang="en-US" sz="2000" dirty="0">
                <a:solidFill>
                  <a:schemeClr val="tx2"/>
                </a:solidFill>
              </a:rPr>
              <a:t>0x08000000</a:t>
            </a:r>
          </a:p>
        </p:txBody>
      </p:sp>
      <p:cxnSp>
        <p:nvCxnSpPr>
          <p:cNvPr id="9" name="Straight Connector 8">
            <a:extLst>
              <a:ext uri="{FF2B5EF4-FFF2-40B4-BE49-F238E27FC236}">
                <a16:creationId xmlns:a16="http://schemas.microsoft.com/office/drawing/2014/main" id="{5E679976-D164-FF4A-9B25-A8F708F682ED}"/>
              </a:ext>
            </a:extLst>
          </p:cNvPr>
          <p:cNvCxnSpPr>
            <a:cxnSpLocks/>
          </p:cNvCxnSpPr>
          <p:nvPr/>
        </p:nvCxnSpPr>
        <p:spPr>
          <a:xfrm>
            <a:off x="2056838" y="2643789"/>
            <a:ext cx="0" cy="3313876"/>
          </a:xfrm>
          <a:prstGeom prst="line">
            <a:avLst/>
          </a:prstGeom>
          <a:ln w="25400" cap="rnd">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84F174E-6E82-B738-2C7D-C005609479E7}"/>
              </a:ext>
            </a:extLst>
          </p:cNvPr>
          <p:cNvCxnSpPr>
            <a:cxnSpLocks/>
          </p:cNvCxnSpPr>
          <p:nvPr/>
        </p:nvCxnSpPr>
        <p:spPr>
          <a:xfrm>
            <a:off x="7322521" y="2643789"/>
            <a:ext cx="0" cy="3313876"/>
          </a:xfrm>
          <a:prstGeom prst="line">
            <a:avLst/>
          </a:prstGeom>
          <a:ln w="25400" cap="rnd">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9683F1D-FB49-FBB2-434B-475DE8404D98}"/>
              </a:ext>
            </a:extLst>
          </p:cNvPr>
          <p:cNvCxnSpPr>
            <a:cxnSpLocks/>
          </p:cNvCxnSpPr>
          <p:nvPr/>
        </p:nvCxnSpPr>
        <p:spPr>
          <a:xfrm>
            <a:off x="6096000" y="2643789"/>
            <a:ext cx="0" cy="3313876"/>
          </a:xfrm>
          <a:prstGeom prst="line">
            <a:avLst/>
          </a:prstGeom>
          <a:ln w="25400" cap="rnd">
            <a:solidFill>
              <a:schemeClr val="tx2"/>
            </a:solidFill>
            <a:prstDash val="sysDash"/>
          </a:ln>
        </p:spPr>
        <p:style>
          <a:lnRef idx="1">
            <a:schemeClr val="accent1"/>
          </a:lnRef>
          <a:fillRef idx="0">
            <a:schemeClr val="accent1"/>
          </a:fillRef>
          <a:effectRef idx="0">
            <a:schemeClr val="accent1"/>
          </a:effectRef>
          <a:fontRef idx="minor">
            <a:schemeClr val="tx1"/>
          </a:fontRef>
        </p:style>
      </p:cxnSp>
      <p:sp>
        <p:nvSpPr>
          <p:cNvPr id="13" name="Text Placeholder 1">
            <a:extLst>
              <a:ext uri="{FF2B5EF4-FFF2-40B4-BE49-F238E27FC236}">
                <a16:creationId xmlns:a16="http://schemas.microsoft.com/office/drawing/2014/main" id="{8D4C0435-AEC3-C7FE-3787-80DCAF7E877F}"/>
              </a:ext>
            </a:extLst>
          </p:cNvPr>
          <p:cNvSpPr txBox="1">
            <a:spLocks/>
          </p:cNvSpPr>
          <p:nvPr/>
        </p:nvSpPr>
        <p:spPr>
          <a:xfrm>
            <a:off x="5223003" y="5999500"/>
            <a:ext cx="1577190" cy="416335"/>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412750" algn="l" rtl="0">
              <a:lnSpc>
                <a:spcPct val="100000"/>
              </a:lnSpc>
              <a:spcBef>
                <a:spcPts val="0"/>
              </a:spcBef>
              <a:spcAft>
                <a:spcPts val="0"/>
              </a:spcAft>
              <a:buClr>
                <a:schemeClr val="lt2"/>
              </a:buClr>
              <a:buSzPts val="2900"/>
              <a:buFont typeface="Arial"/>
              <a:buChar char="●"/>
              <a:defRPr sz="2900" b="0" i="0" u="none" strike="noStrike" cap="none">
                <a:solidFill>
                  <a:srgbClr val="000000"/>
                </a:solidFill>
                <a:latin typeface="Arial"/>
                <a:ea typeface="Arial"/>
                <a:cs typeface="Arial"/>
                <a:sym typeface="Arial"/>
              </a:defRPr>
            </a:lvl1pPr>
            <a:lvl2pPr marL="914400" marR="0" lvl="1" indent="-349250" algn="l" rtl="0">
              <a:lnSpc>
                <a:spcPct val="100000"/>
              </a:lnSpc>
              <a:spcBef>
                <a:spcPts val="400"/>
              </a:spcBef>
              <a:spcAft>
                <a:spcPts val="0"/>
              </a:spcAft>
              <a:buClr>
                <a:schemeClr val="lt2"/>
              </a:buClr>
              <a:buSzPts val="1900"/>
              <a:buFont typeface="Arial"/>
              <a:buChar char="●"/>
              <a:defRPr sz="2100" b="0" i="0" u="none" strike="noStrike" cap="none">
                <a:solidFill>
                  <a:srgbClr val="000000"/>
                </a:solidFill>
                <a:latin typeface="Arial"/>
                <a:ea typeface="Arial"/>
                <a:cs typeface="Arial"/>
                <a:sym typeface="Arial"/>
              </a:defRPr>
            </a:lvl2pPr>
            <a:lvl3pPr marL="1371600" marR="0" lvl="2" indent="-311150" algn="l" rtl="0">
              <a:lnSpc>
                <a:spcPct val="100000"/>
              </a:lnSpc>
              <a:spcBef>
                <a:spcPts val="400"/>
              </a:spcBef>
              <a:spcAft>
                <a:spcPts val="0"/>
              </a:spcAft>
              <a:buClr>
                <a:schemeClr val="lt2"/>
              </a:buClr>
              <a:buSzPts val="1300"/>
              <a:buFont typeface="Arial"/>
              <a:buChar char="●"/>
              <a:defRPr sz="1700" b="0" i="0" u="none" strike="noStrike" cap="none">
                <a:solidFill>
                  <a:srgbClr val="000000"/>
                </a:solidFill>
                <a:latin typeface="Arial"/>
                <a:ea typeface="Arial"/>
                <a:cs typeface="Arial"/>
                <a:sym typeface="Arial"/>
              </a:defRPr>
            </a:lvl3pPr>
            <a:lvl4pPr marL="1828800" marR="0" lvl="3" indent="-228600" algn="l" rtl="0">
              <a:lnSpc>
                <a:spcPct val="100000"/>
              </a:lnSpc>
              <a:spcBef>
                <a:spcPts val="800"/>
              </a:spcBef>
              <a:spcAft>
                <a:spcPts val="0"/>
              </a:spcAft>
              <a:buClr>
                <a:srgbClr val="FF0000"/>
              </a:buClr>
              <a:buSzPts val="2400"/>
              <a:buFont typeface="Arial"/>
              <a:buNone/>
              <a:defRPr sz="1600" b="0" i="0" u="none" strike="noStrike" cap="none">
                <a:solidFill>
                  <a:srgbClr val="595959"/>
                </a:solidFill>
                <a:latin typeface="Arial"/>
                <a:ea typeface="Arial"/>
                <a:cs typeface="Arial"/>
                <a:sym typeface="Arial"/>
              </a:defRPr>
            </a:lvl4pPr>
            <a:lvl5pPr marL="2286000" marR="0" lvl="4" indent="-355600" algn="l" rtl="0">
              <a:lnSpc>
                <a:spcPct val="100000"/>
              </a:lnSpc>
              <a:spcBef>
                <a:spcPts val="800"/>
              </a:spcBef>
              <a:spcAft>
                <a:spcPts val="0"/>
              </a:spcAft>
              <a:buClr>
                <a:schemeClr val="lt2"/>
              </a:buClr>
              <a:buSzPts val="2000"/>
              <a:buFont typeface="Arial"/>
              <a:buChar char="•"/>
              <a:defRPr sz="1300" b="0" i="0" u="none" strike="noStrike" cap="none">
                <a:solidFill>
                  <a:srgbClr val="595959"/>
                </a:solidFill>
                <a:latin typeface="Arial"/>
                <a:ea typeface="Arial"/>
                <a:cs typeface="Arial"/>
                <a:sym typeface="Arial"/>
              </a:defRPr>
            </a:lvl5pPr>
            <a:lvl6pPr marL="2743200" marR="0" lvl="5"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6pPr>
            <a:lvl7pPr marL="3200400" marR="0" lvl="6"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7pPr>
            <a:lvl8pPr marL="3657600" marR="0" lvl="7"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8pPr>
            <a:lvl9pPr marL="4114800" marR="0" lvl="8"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9pPr>
          </a:lstStyle>
          <a:p>
            <a:pPr marL="44450" indent="0" algn="ctr">
              <a:buFont typeface="Arial"/>
              <a:buNone/>
            </a:pPr>
            <a:r>
              <a:rPr lang="en-US" sz="2000" dirty="0">
                <a:solidFill>
                  <a:schemeClr val="tx2"/>
                </a:solidFill>
              </a:rPr>
              <a:t>0x08078000</a:t>
            </a:r>
          </a:p>
        </p:txBody>
      </p:sp>
      <p:sp>
        <p:nvSpPr>
          <p:cNvPr id="16" name="Text Placeholder 1">
            <a:extLst>
              <a:ext uri="{FF2B5EF4-FFF2-40B4-BE49-F238E27FC236}">
                <a16:creationId xmlns:a16="http://schemas.microsoft.com/office/drawing/2014/main" id="{C6B8446C-E60A-775B-6573-F384783E9802}"/>
              </a:ext>
            </a:extLst>
          </p:cNvPr>
          <p:cNvSpPr txBox="1">
            <a:spLocks/>
          </p:cNvSpPr>
          <p:nvPr/>
        </p:nvSpPr>
        <p:spPr>
          <a:xfrm>
            <a:off x="3067059" y="3719420"/>
            <a:ext cx="2019295" cy="1162613"/>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412750" algn="l" rtl="0">
              <a:lnSpc>
                <a:spcPct val="100000"/>
              </a:lnSpc>
              <a:spcBef>
                <a:spcPts val="0"/>
              </a:spcBef>
              <a:spcAft>
                <a:spcPts val="0"/>
              </a:spcAft>
              <a:buClr>
                <a:schemeClr val="lt2"/>
              </a:buClr>
              <a:buSzPts val="2900"/>
              <a:buFont typeface="Arial"/>
              <a:buChar char="●"/>
              <a:defRPr sz="2900" b="0" i="0" u="none" strike="noStrike" cap="none">
                <a:solidFill>
                  <a:srgbClr val="000000"/>
                </a:solidFill>
                <a:latin typeface="Arial"/>
                <a:ea typeface="Arial"/>
                <a:cs typeface="Arial"/>
                <a:sym typeface="Arial"/>
              </a:defRPr>
            </a:lvl1pPr>
            <a:lvl2pPr marL="914400" marR="0" lvl="1" indent="-349250" algn="l" rtl="0">
              <a:lnSpc>
                <a:spcPct val="100000"/>
              </a:lnSpc>
              <a:spcBef>
                <a:spcPts val="400"/>
              </a:spcBef>
              <a:spcAft>
                <a:spcPts val="0"/>
              </a:spcAft>
              <a:buClr>
                <a:schemeClr val="lt2"/>
              </a:buClr>
              <a:buSzPts val="1900"/>
              <a:buFont typeface="Arial"/>
              <a:buChar char="●"/>
              <a:defRPr sz="2100" b="0" i="0" u="none" strike="noStrike" cap="none">
                <a:solidFill>
                  <a:srgbClr val="000000"/>
                </a:solidFill>
                <a:latin typeface="Arial"/>
                <a:ea typeface="Arial"/>
                <a:cs typeface="Arial"/>
                <a:sym typeface="Arial"/>
              </a:defRPr>
            </a:lvl2pPr>
            <a:lvl3pPr marL="1371600" marR="0" lvl="2" indent="-311150" algn="l" rtl="0">
              <a:lnSpc>
                <a:spcPct val="100000"/>
              </a:lnSpc>
              <a:spcBef>
                <a:spcPts val="400"/>
              </a:spcBef>
              <a:spcAft>
                <a:spcPts val="0"/>
              </a:spcAft>
              <a:buClr>
                <a:schemeClr val="lt2"/>
              </a:buClr>
              <a:buSzPts val="1300"/>
              <a:buFont typeface="Arial"/>
              <a:buChar char="●"/>
              <a:defRPr sz="1700" b="0" i="0" u="none" strike="noStrike" cap="none">
                <a:solidFill>
                  <a:srgbClr val="000000"/>
                </a:solidFill>
                <a:latin typeface="Arial"/>
                <a:ea typeface="Arial"/>
                <a:cs typeface="Arial"/>
                <a:sym typeface="Arial"/>
              </a:defRPr>
            </a:lvl3pPr>
            <a:lvl4pPr marL="1828800" marR="0" lvl="3" indent="-228600" algn="l" rtl="0">
              <a:lnSpc>
                <a:spcPct val="100000"/>
              </a:lnSpc>
              <a:spcBef>
                <a:spcPts val="800"/>
              </a:spcBef>
              <a:spcAft>
                <a:spcPts val="0"/>
              </a:spcAft>
              <a:buClr>
                <a:srgbClr val="FF0000"/>
              </a:buClr>
              <a:buSzPts val="2400"/>
              <a:buFont typeface="Arial"/>
              <a:buNone/>
              <a:defRPr sz="1600" b="0" i="0" u="none" strike="noStrike" cap="none">
                <a:solidFill>
                  <a:srgbClr val="595959"/>
                </a:solidFill>
                <a:latin typeface="Arial"/>
                <a:ea typeface="Arial"/>
                <a:cs typeface="Arial"/>
                <a:sym typeface="Arial"/>
              </a:defRPr>
            </a:lvl4pPr>
            <a:lvl5pPr marL="2286000" marR="0" lvl="4" indent="-355600" algn="l" rtl="0">
              <a:lnSpc>
                <a:spcPct val="100000"/>
              </a:lnSpc>
              <a:spcBef>
                <a:spcPts val="800"/>
              </a:spcBef>
              <a:spcAft>
                <a:spcPts val="0"/>
              </a:spcAft>
              <a:buClr>
                <a:schemeClr val="lt2"/>
              </a:buClr>
              <a:buSzPts val="2000"/>
              <a:buFont typeface="Arial"/>
              <a:buChar char="•"/>
              <a:defRPr sz="1300" b="0" i="0" u="none" strike="noStrike" cap="none">
                <a:solidFill>
                  <a:srgbClr val="595959"/>
                </a:solidFill>
                <a:latin typeface="Arial"/>
                <a:ea typeface="Arial"/>
                <a:cs typeface="Arial"/>
                <a:sym typeface="Arial"/>
              </a:defRPr>
            </a:lvl5pPr>
            <a:lvl6pPr marL="2743200" marR="0" lvl="5"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6pPr>
            <a:lvl7pPr marL="3200400" marR="0" lvl="6"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7pPr>
            <a:lvl8pPr marL="3657600" marR="0" lvl="7"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8pPr>
            <a:lvl9pPr marL="4114800" marR="0" lvl="8"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9pPr>
          </a:lstStyle>
          <a:p>
            <a:pPr marL="44450" indent="0" algn="ctr">
              <a:buFont typeface="Arial"/>
              <a:buNone/>
            </a:pPr>
            <a:r>
              <a:rPr lang="en-US" sz="2000" b="1" dirty="0">
                <a:solidFill>
                  <a:schemeClr val="tx2"/>
                </a:solidFill>
              </a:rPr>
              <a:t>480K</a:t>
            </a:r>
          </a:p>
          <a:p>
            <a:pPr marL="44450" indent="0" algn="ctr">
              <a:buFont typeface="Arial"/>
              <a:buNone/>
            </a:pPr>
            <a:endParaRPr lang="en-US" sz="2000" b="1" dirty="0">
              <a:solidFill>
                <a:schemeClr val="tx2"/>
              </a:solidFill>
            </a:endParaRPr>
          </a:p>
          <a:p>
            <a:pPr marL="44450" indent="0" algn="ctr">
              <a:buFont typeface="Arial"/>
              <a:buNone/>
            </a:pPr>
            <a:r>
              <a:rPr lang="en-US" sz="2000" b="1" dirty="0">
                <a:solidFill>
                  <a:schemeClr val="tx2"/>
                </a:solidFill>
              </a:rPr>
              <a:t>Store</a:t>
            </a:r>
          </a:p>
          <a:p>
            <a:pPr marL="44450" indent="0" algn="ctr">
              <a:buFont typeface="Arial"/>
              <a:buNone/>
            </a:pPr>
            <a:r>
              <a:rPr lang="en-US" sz="2000" b="1" dirty="0">
                <a:solidFill>
                  <a:schemeClr val="tx2"/>
                </a:solidFill>
              </a:rPr>
              <a:t>Program code</a:t>
            </a:r>
          </a:p>
        </p:txBody>
      </p:sp>
      <p:sp>
        <p:nvSpPr>
          <p:cNvPr id="17" name="Text Placeholder 1">
            <a:extLst>
              <a:ext uri="{FF2B5EF4-FFF2-40B4-BE49-F238E27FC236}">
                <a16:creationId xmlns:a16="http://schemas.microsoft.com/office/drawing/2014/main" id="{69DD529B-C20E-6230-64CF-3A20C7667E87}"/>
              </a:ext>
            </a:extLst>
          </p:cNvPr>
          <p:cNvSpPr txBox="1">
            <a:spLocks/>
          </p:cNvSpPr>
          <p:nvPr/>
        </p:nvSpPr>
        <p:spPr>
          <a:xfrm>
            <a:off x="5949736" y="3727204"/>
            <a:ext cx="1577190" cy="1162613"/>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412750" algn="l" rtl="0">
              <a:lnSpc>
                <a:spcPct val="100000"/>
              </a:lnSpc>
              <a:spcBef>
                <a:spcPts val="0"/>
              </a:spcBef>
              <a:spcAft>
                <a:spcPts val="0"/>
              </a:spcAft>
              <a:buClr>
                <a:schemeClr val="lt2"/>
              </a:buClr>
              <a:buSzPts val="2900"/>
              <a:buFont typeface="Arial"/>
              <a:buChar char="●"/>
              <a:defRPr sz="2900" b="0" i="0" u="none" strike="noStrike" cap="none">
                <a:solidFill>
                  <a:srgbClr val="000000"/>
                </a:solidFill>
                <a:latin typeface="Arial"/>
                <a:ea typeface="Arial"/>
                <a:cs typeface="Arial"/>
                <a:sym typeface="Arial"/>
              </a:defRPr>
            </a:lvl1pPr>
            <a:lvl2pPr marL="914400" marR="0" lvl="1" indent="-349250" algn="l" rtl="0">
              <a:lnSpc>
                <a:spcPct val="100000"/>
              </a:lnSpc>
              <a:spcBef>
                <a:spcPts val="400"/>
              </a:spcBef>
              <a:spcAft>
                <a:spcPts val="0"/>
              </a:spcAft>
              <a:buClr>
                <a:schemeClr val="lt2"/>
              </a:buClr>
              <a:buSzPts val="1900"/>
              <a:buFont typeface="Arial"/>
              <a:buChar char="●"/>
              <a:defRPr sz="2100" b="0" i="0" u="none" strike="noStrike" cap="none">
                <a:solidFill>
                  <a:srgbClr val="000000"/>
                </a:solidFill>
                <a:latin typeface="Arial"/>
                <a:ea typeface="Arial"/>
                <a:cs typeface="Arial"/>
                <a:sym typeface="Arial"/>
              </a:defRPr>
            </a:lvl2pPr>
            <a:lvl3pPr marL="1371600" marR="0" lvl="2" indent="-311150" algn="l" rtl="0">
              <a:lnSpc>
                <a:spcPct val="100000"/>
              </a:lnSpc>
              <a:spcBef>
                <a:spcPts val="400"/>
              </a:spcBef>
              <a:spcAft>
                <a:spcPts val="0"/>
              </a:spcAft>
              <a:buClr>
                <a:schemeClr val="lt2"/>
              </a:buClr>
              <a:buSzPts val="1300"/>
              <a:buFont typeface="Arial"/>
              <a:buChar char="●"/>
              <a:defRPr sz="1700" b="0" i="0" u="none" strike="noStrike" cap="none">
                <a:solidFill>
                  <a:srgbClr val="000000"/>
                </a:solidFill>
                <a:latin typeface="Arial"/>
                <a:ea typeface="Arial"/>
                <a:cs typeface="Arial"/>
                <a:sym typeface="Arial"/>
              </a:defRPr>
            </a:lvl3pPr>
            <a:lvl4pPr marL="1828800" marR="0" lvl="3" indent="-228600" algn="l" rtl="0">
              <a:lnSpc>
                <a:spcPct val="100000"/>
              </a:lnSpc>
              <a:spcBef>
                <a:spcPts val="800"/>
              </a:spcBef>
              <a:spcAft>
                <a:spcPts val="0"/>
              </a:spcAft>
              <a:buClr>
                <a:srgbClr val="FF0000"/>
              </a:buClr>
              <a:buSzPts val="2400"/>
              <a:buFont typeface="Arial"/>
              <a:buNone/>
              <a:defRPr sz="1600" b="0" i="0" u="none" strike="noStrike" cap="none">
                <a:solidFill>
                  <a:srgbClr val="595959"/>
                </a:solidFill>
                <a:latin typeface="Arial"/>
                <a:ea typeface="Arial"/>
                <a:cs typeface="Arial"/>
                <a:sym typeface="Arial"/>
              </a:defRPr>
            </a:lvl4pPr>
            <a:lvl5pPr marL="2286000" marR="0" lvl="4" indent="-355600" algn="l" rtl="0">
              <a:lnSpc>
                <a:spcPct val="100000"/>
              </a:lnSpc>
              <a:spcBef>
                <a:spcPts val="800"/>
              </a:spcBef>
              <a:spcAft>
                <a:spcPts val="0"/>
              </a:spcAft>
              <a:buClr>
                <a:schemeClr val="lt2"/>
              </a:buClr>
              <a:buSzPts val="2000"/>
              <a:buFont typeface="Arial"/>
              <a:buChar char="•"/>
              <a:defRPr sz="1300" b="0" i="0" u="none" strike="noStrike" cap="none">
                <a:solidFill>
                  <a:srgbClr val="595959"/>
                </a:solidFill>
                <a:latin typeface="Arial"/>
                <a:ea typeface="Arial"/>
                <a:cs typeface="Arial"/>
                <a:sym typeface="Arial"/>
              </a:defRPr>
            </a:lvl5pPr>
            <a:lvl6pPr marL="2743200" marR="0" lvl="5"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6pPr>
            <a:lvl7pPr marL="3200400" marR="0" lvl="6"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7pPr>
            <a:lvl8pPr marL="3657600" marR="0" lvl="7"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8pPr>
            <a:lvl9pPr marL="4114800" marR="0" lvl="8"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9pPr>
          </a:lstStyle>
          <a:p>
            <a:pPr marL="44450" indent="0" algn="ctr">
              <a:buFont typeface="Arial"/>
              <a:buNone/>
            </a:pPr>
            <a:r>
              <a:rPr lang="en-US" sz="2000" b="1" dirty="0">
                <a:solidFill>
                  <a:schemeClr val="bg1"/>
                </a:solidFill>
              </a:rPr>
              <a:t>32K</a:t>
            </a:r>
          </a:p>
          <a:p>
            <a:pPr marL="44450" indent="0" algn="ctr">
              <a:buFont typeface="Arial"/>
              <a:buNone/>
            </a:pPr>
            <a:endParaRPr lang="en-US" sz="2000" b="1" dirty="0">
              <a:solidFill>
                <a:schemeClr val="bg1"/>
              </a:solidFill>
            </a:endParaRPr>
          </a:p>
          <a:p>
            <a:pPr marL="44450" indent="0" algn="ctr">
              <a:buFont typeface="Arial"/>
              <a:buNone/>
            </a:pPr>
            <a:r>
              <a:rPr lang="en-US" altLang="zh-CN" sz="2000" b="1" dirty="0">
                <a:solidFill>
                  <a:schemeClr val="bg1"/>
                </a:solidFill>
              </a:rPr>
              <a:t>Store</a:t>
            </a:r>
          </a:p>
          <a:p>
            <a:pPr marL="44450" indent="0" algn="ctr">
              <a:buFont typeface="Arial"/>
              <a:buNone/>
            </a:pPr>
            <a:r>
              <a:rPr lang="en-US" sz="2000" b="1" dirty="0">
                <a:solidFill>
                  <a:schemeClr val="bg1"/>
                </a:solidFill>
              </a:rPr>
              <a:t>weights</a:t>
            </a:r>
          </a:p>
        </p:txBody>
      </p:sp>
      <p:sp>
        <p:nvSpPr>
          <p:cNvPr id="22" name="Rectangle: Rounded Corners 21">
            <a:extLst>
              <a:ext uri="{FF2B5EF4-FFF2-40B4-BE49-F238E27FC236}">
                <a16:creationId xmlns:a16="http://schemas.microsoft.com/office/drawing/2014/main" id="{BD221D91-CD94-9F12-6B7C-4006EE83F78E}"/>
              </a:ext>
            </a:extLst>
          </p:cNvPr>
          <p:cNvSpPr/>
          <p:nvPr/>
        </p:nvSpPr>
        <p:spPr>
          <a:xfrm>
            <a:off x="410893" y="1325033"/>
            <a:ext cx="1132158" cy="469900"/>
          </a:xfrm>
          <a:prstGeom prst="roundRect">
            <a:avLst>
              <a:gd name="adj" fmla="val 36494"/>
            </a:avLst>
          </a:prstGeom>
          <a:solidFill>
            <a:schemeClr val="tx2">
              <a:alpha val="10000"/>
            </a:schemeClr>
          </a:solidFill>
          <a:ln w="508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SE" sz="2400" dirty="0">
              <a:solidFill>
                <a:schemeClr val="tx2"/>
              </a:solidFill>
              <a:latin typeface="+mj-lt"/>
            </a:endParaRPr>
          </a:p>
        </p:txBody>
      </p:sp>
      <p:sp>
        <p:nvSpPr>
          <p:cNvPr id="23" name="Rectangle: Rounded Corners 22">
            <a:extLst>
              <a:ext uri="{FF2B5EF4-FFF2-40B4-BE49-F238E27FC236}">
                <a16:creationId xmlns:a16="http://schemas.microsoft.com/office/drawing/2014/main" id="{887E846C-56D2-F52B-8143-117DC01B14EC}"/>
              </a:ext>
            </a:extLst>
          </p:cNvPr>
          <p:cNvSpPr/>
          <p:nvPr/>
        </p:nvSpPr>
        <p:spPr>
          <a:xfrm>
            <a:off x="3670559" y="1325033"/>
            <a:ext cx="1248574" cy="469900"/>
          </a:xfrm>
          <a:prstGeom prst="roundRect">
            <a:avLst>
              <a:gd name="adj" fmla="val 36494"/>
            </a:avLst>
          </a:prstGeom>
          <a:solidFill>
            <a:schemeClr val="tx2">
              <a:alpha val="10000"/>
            </a:schemeClr>
          </a:solidFill>
          <a:ln w="508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SE" sz="2400" dirty="0">
              <a:solidFill>
                <a:schemeClr val="tx2"/>
              </a:solidFill>
              <a:latin typeface="+mj-lt"/>
            </a:endParaRPr>
          </a:p>
        </p:txBody>
      </p:sp>
      <p:sp>
        <p:nvSpPr>
          <p:cNvPr id="24" name="Rectangle: Rounded Corners 23">
            <a:extLst>
              <a:ext uri="{FF2B5EF4-FFF2-40B4-BE49-F238E27FC236}">
                <a16:creationId xmlns:a16="http://schemas.microsoft.com/office/drawing/2014/main" id="{4FB03A5C-F23E-4FB0-BEAA-B49C7333CD60}"/>
              </a:ext>
            </a:extLst>
          </p:cNvPr>
          <p:cNvSpPr/>
          <p:nvPr/>
        </p:nvSpPr>
        <p:spPr>
          <a:xfrm>
            <a:off x="8623559" y="1325033"/>
            <a:ext cx="1248574" cy="469900"/>
          </a:xfrm>
          <a:prstGeom prst="roundRect">
            <a:avLst>
              <a:gd name="adj" fmla="val 36494"/>
            </a:avLst>
          </a:prstGeom>
          <a:solidFill>
            <a:schemeClr val="tx2">
              <a:alpha val="10000"/>
            </a:schemeClr>
          </a:solidFill>
          <a:ln w="508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SE" sz="2400" dirty="0">
              <a:solidFill>
                <a:schemeClr val="tx2"/>
              </a:solidFill>
              <a:latin typeface="+mj-lt"/>
            </a:endParaRPr>
          </a:p>
        </p:txBody>
      </p:sp>
      <p:cxnSp>
        <p:nvCxnSpPr>
          <p:cNvPr id="26" name="Connector: Curved 25">
            <a:extLst>
              <a:ext uri="{FF2B5EF4-FFF2-40B4-BE49-F238E27FC236}">
                <a16:creationId xmlns:a16="http://schemas.microsoft.com/office/drawing/2014/main" id="{BBCE2DEB-DDBF-94BE-E713-8D324B2A88B6}"/>
              </a:ext>
            </a:extLst>
          </p:cNvPr>
          <p:cNvCxnSpPr>
            <a:cxnSpLocks/>
            <a:stCxn id="20" idx="0"/>
            <a:endCxn id="22" idx="2"/>
          </p:cNvCxnSpPr>
          <p:nvPr/>
        </p:nvCxnSpPr>
        <p:spPr>
          <a:xfrm rot="16200000" flipV="1">
            <a:off x="3200173" y="-428267"/>
            <a:ext cx="1281337" cy="5727738"/>
          </a:xfrm>
          <a:prstGeom prst="curvedConnector3">
            <a:avLst>
              <a:gd name="adj1" fmla="val 50000"/>
            </a:avLst>
          </a:prstGeom>
          <a:ln w="50800">
            <a:solidFill>
              <a:schemeClr val="tx2"/>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9" name="Connector: Curved 28">
            <a:extLst>
              <a:ext uri="{FF2B5EF4-FFF2-40B4-BE49-F238E27FC236}">
                <a16:creationId xmlns:a16="http://schemas.microsoft.com/office/drawing/2014/main" id="{A6C1DA25-4DFE-7506-3E19-3C8520DA1397}"/>
              </a:ext>
            </a:extLst>
          </p:cNvPr>
          <p:cNvCxnSpPr>
            <a:cxnSpLocks/>
            <a:stCxn id="23" idx="2"/>
            <a:endCxn id="20" idx="0"/>
          </p:cNvCxnSpPr>
          <p:nvPr/>
        </p:nvCxnSpPr>
        <p:spPr>
          <a:xfrm rot="16200000" flipH="1">
            <a:off x="4859110" y="1230669"/>
            <a:ext cx="1281337" cy="2409864"/>
          </a:xfrm>
          <a:prstGeom prst="curvedConnector3">
            <a:avLst>
              <a:gd name="adj1" fmla="val 50000"/>
            </a:avLst>
          </a:prstGeom>
          <a:ln w="50800">
            <a:solidFill>
              <a:schemeClr val="tx2"/>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2" name="Connector: Curved 31">
            <a:extLst>
              <a:ext uri="{FF2B5EF4-FFF2-40B4-BE49-F238E27FC236}">
                <a16:creationId xmlns:a16="http://schemas.microsoft.com/office/drawing/2014/main" id="{95BBC9AA-95DA-6EF0-C09F-A4B029BF6FAC}"/>
              </a:ext>
            </a:extLst>
          </p:cNvPr>
          <p:cNvCxnSpPr>
            <a:cxnSpLocks/>
            <a:stCxn id="24" idx="2"/>
            <a:endCxn id="20" idx="0"/>
          </p:cNvCxnSpPr>
          <p:nvPr/>
        </p:nvCxnSpPr>
        <p:spPr>
          <a:xfrm rot="5400000">
            <a:off x="7335610" y="1164033"/>
            <a:ext cx="1281337" cy="2543136"/>
          </a:xfrm>
          <a:prstGeom prst="curvedConnector3">
            <a:avLst>
              <a:gd name="adj1" fmla="val 50000"/>
            </a:avLst>
          </a:prstGeom>
          <a:ln w="50800">
            <a:solidFill>
              <a:schemeClr val="tx2"/>
            </a:solidFill>
            <a:tailEnd type="stealth" w="lg" len="lg"/>
          </a:ln>
        </p:spPr>
        <p:style>
          <a:lnRef idx="1">
            <a:schemeClr val="accent1"/>
          </a:lnRef>
          <a:fillRef idx="0">
            <a:schemeClr val="accent1"/>
          </a:fillRef>
          <a:effectRef idx="0">
            <a:schemeClr val="accent1"/>
          </a:effectRef>
          <a:fontRef idx="minor">
            <a:schemeClr val="tx1"/>
          </a:fontRef>
        </p:style>
      </p:cxnSp>
      <p:sp>
        <p:nvSpPr>
          <p:cNvPr id="39" name="Text Placeholder 1">
            <a:extLst>
              <a:ext uri="{FF2B5EF4-FFF2-40B4-BE49-F238E27FC236}">
                <a16:creationId xmlns:a16="http://schemas.microsoft.com/office/drawing/2014/main" id="{842FD206-ABCE-3EF0-88BE-D3A266E3B1F9}"/>
              </a:ext>
            </a:extLst>
          </p:cNvPr>
          <p:cNvSpPr txBox="1">
            <a:spLocks/>
          </p:cNvSpPr>
          <p:nvPr/>
        </p:nvSpPr>
        <p:spPr>
          <a:xfrm>
            <a:off x="772568" y="2779214"/>
            <a:ext cx="1109926" cy="338892"/>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412750" algn="l" rtl="0">
              <a:lnSpc>
                <a:spcPct val="100000"/>
              </a:lnSpc>
              <a:spcBef>
                <a:spcPts val="0"/>
              </a:spcBef>
              <a:spcAft>
                <a:spcPts val="0"/>
              </a:spcAft>
              <a:buClr>
                <a:schemeClr val="lt2"/>
              </a:buClr>
              <a:buSzPts val="2900"/>
              <a:buFont typeface="Arial"/>
              <a:buChar char="●"/>
              <a:defRPr sz="2900" b="0" i="0" u="none" strike="noStrike" cap="none">
                <a:solidFill>
                  <a:srgbClr val="000000"/>
                </a:solidFill>
                <a:latin typeface="Arial"/>
                <a:ea typeface="Arial"/>
                <a:cs typeface="Arial"/>
                <a:sym typeface="Arial"/>
              </a:defRPr>
            </a:lvl1pPr>
            <a:lvl2pPr marL="914400" marR="0" lvl="1" indent="-349250" algn="l" rtl="0">
              <a:lnSpc>
                <a:spcPct val="100000"/>
              </a:lnSpc>
              <a:spcBef>
                <a:spcPts val="400"/>
              </a:spcBef>
              <a:spcAft>
                <a:spcPts val="0"/>
              </a:spcAft>
              <a:buClr>
                <a:schemeClr val="lt2"/>
              </a:buClr>
              <a:buSzPts val="1900"/>
              <a:buFont typeface="Arial"/>
              <a:buChar char="●"/>
              <a:defRPr sz="2100" b="0" i="0" u="none" strike="noStrike" cap="none">
                <a:solidFill>
                  <a:srgbClr val="000000"/>
                </a:solidFill>
                <a:latin typeface="Arial"/>
                <a:ea typeface="Arial"/>
                <a:cs typeface="Arial"/>
                <a:sym typeface="Arial"/>
              </a:defRPr>
            </a:lvl2pPr>
            <a:lvl3pPr marL="1371600" marR="0" lvl="2" indent="-311150" algn="l" rtl="0">
              <a:lnSpc>
                <a:spcPct val="100000"/>
              </a:lnSpc>
              <a:spcBef>
                <a:spcPts val="400"/>
              </a:spcBef>
              <a:spcAft>
                <a:spcPts val="0"/>
              </a:spcAft>
              <a:buClr>
                <a:schemeClr val="lt2"/>
              </a:buClr>
              <a:buSzPts val="1300"/>
              <a:buFont typeface="Arial"/>
              <a:buChar char="●"/>
              <a:defRPr sz="1700" b="0" i="0" u="none" strike="noStrike" cap="none">
                <a:solidFill>
                  <a:srgbClr val="000000"/>
                </a:solidFill>
                <a:latin typeface="Arial"/>
                <a:ea typeface="Arial"/>
                <a:cs typeface="Arial"/>
                <a:sym typeface="Arial"/>
              </a:defRPr>
            </a:lvl3pPr>
            <a:lvl4pPr marL="1828800" marR="0" lvl="3" indent="-228600" algn="l" rtl="0">
              <a:lnSpc>
                <a:spcPct val="100000"/>
              </a:lnSpc>
              <a:spcBef>
                <a:spcPts val="800"/>
              </a:spcBef>
              <a:spcAft>
                <a:spcPts val="0"/>
              </a:spcAft>
              <a:buClr>
                <a:srgbClr val="FF0000"/>
              </a:buClr>
              <a:buSzPts val="2400"/>
              <a:buFont typeface="Arial"/>
              <a:buNone/>
              <a:defRPr sz="1600" b="0" i="0" u="none" strike="noStrike" cap="none">
                <a:solidFill>
                  <a:srgbClr val="595959"/>
                </a:solidFill>
                <a:latin typeface="Arial"/>
                <a:ea typeface="Arial"/>
                <a:cs typeface="Arial"/>
                <a:sym typeface="Arial"/>
              </a:defRPr>
            </a:lvl4pPr>
            <a:lvl5pPr marL="2286000" marR="0" lvl="4" indent="-355600" algn="l" rtl="0">
              <a:lnSpc>
                <a:spcPct val="100000"/>
              </a:lnSpc>
              <a:spcBef>
                <a:spcPts val="800"/>
              </a:spcBef>
              <a:spcAft>
                <a:spcPts val="0"/>
              </a:spcAft>
              <a:buClr>
                <a:schemeClr val="lt2"/>
              </a:buClr>
              <a:buSzPts val="2000"/>
              <a:buFont typeface="Arial"/>
              <a:buChar char="•"/>
              <a:defRPr sz="1300" b="0" i="0" u="none" strike="noStrike" cap="none">
                <a:solidFill>
                  <a:srgbClr val="595959"/>
                </a:solidFill>
                <a:latin typeface="Arial"/>
                <a:ea typeface="Arial"/>
                <a:cs typeface="Arial"/>
                <a:sym typeface="Arial"/>
              </a:defRPr>
            </a:lvl5pPr>
            <a:lvl6pPr marL="2743200" marR="0" lvl="5"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6pPr>
            <a:lvl7pPr marL="3200400" marR="0" lvl="6"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7pPr>
            <a:lvl8pPr marL="3657600" marR="0" lvl="7"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8pPr>
            <a:lvl9pPr marL="4114800" marR="0" lvl="8"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9pPr>
          </a:lstStyle>
          <a:p>
            <a:pPr marL="44450" indent="0" algn="ctr">
              <a:buFont typeface="Arial"/>
              <a:buNone/>
            </a:pPr>
            <a:r>
              <a:rPr lang="en-US" sz="2000" b="1" dirty="0">
                <a:solidFill>
                  <a:schemeClr val="tx2"/>
                </a:solidFill>
              </a:rPr>
              <a:t>FLASH</a:t>
            </a:r>
          </a:p>
        </p:txBody>
      </p:sp>
      <p:sp>
        <p:nvSpPr>
          <p:cNvPr id="41" name="Rectangle: Rounded Corners 40">
            <a:extLst>
              <a:ext uri="{FF2B5EF4-FFF2-40B4-BE49-F238E27FC236}">
                <a16:creationId xmlns:a16="http://schemas.microsoft.com/office/drawing/2014/main" id="{A9A446D4-A7BF-66C2-B6D4-7A1FA88916DF}"/>
              </a:ext>
            </a:extLst>
          </p:cNvPr>
          <p:cNvSpPr/>
          <p:nvPr/>
        </p:nvSpPr>
        <p:spPr>
          <a:xfrm>
            <a:off x="8775129" y="2643789"/>
            <a:ext cx="2160000" cy="540000"/>
          </a:xfrm>
          <a:prstGeom prst="roundRect">
            <a:avLst>
              <a:gd name="adj" fmla="val 26871"/>
            </a:avLst>
          </a:prstGeom>
          <a:solidFill>
            <a:schemeClr val="bg1"/>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dirty="0">
                <a:solidFill>
                  <a:schemeClr val="tx2"/>
                </a:solidFill>
                <a:latin typeface="+mj-lt"/>
              </a:rPr>
              <a:t>Start Code</a:t>
            </a:r>
            <a:endParaRPr lang="en-SE" sz="2400" dirty="0">
              <a:solidFill>
                <a:schemeClr val="tx2"/>
              </a:solidFill>
              <a:latin typeface="+mj-lt"/>
            </a:endParaRPr>
          </a:p>
        </p:txBody>
      </p:sp>
      <p:sp>
        <p:nvSpPr>
          <p:cNvPr id="42" name="Rectangle: Rounded Corners 41">
            <a:extLst>
              <a:ext uri="{FF2B5EF4-FFF2-40B4-BE49-F238E27FC236}">
                <a16:creationId xmlns:a16="http://schemas.microsoft.com/office/drawing/2014/main" id="{78A36793-6854-0FA3-37EE-65530A5F0E0C}"/>
              </a:ext>
            </a:extLst>
          </p:cNvPr>
          <p:cNvSpPr/>
          <p:nvPr/>
        </p:nvSpPr>
        <p:spPr>
          <a:xfrm>
            <a:off x="8775129" y="3183093"/>
            <a:ext cx="2160000" cy="540000"/>
          </a:xfrm>
          <a:prstGeom prst="roundRect">
            <a:avLst>
              <a:gd name="adj" fmla="val 26871"/>
            </a:avLst>
          </a:prstGeom>
          <a:solidFill>
            <a:schemeClr val="bg1"/>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dirty="0">
                <a:solidFill>
                  <a:schemeClr val="tx2"/>
                </a:solidFill>
                <a:latin typeface="+mj-lt"/>
              </a:rPr>
              <a:t>Version</a:t>
            </a:r>
            <a:endParaRPr lang="en-SE" sz="2400" dirty="0">
              <a:solidFill>
                <a:schemeClr val="tx2"/>
              </a:solidFill>
              <a:latin typeface="+mj-lt"/>
            </a:endParaRPr>
          </a:p>
        </p:txBody>
      </p:sp>
      <p:sp>
        <p:nvSpPr>
          <p:cNvPr id="43" name="Rectangle: Rounded Corners 42">
            <a:extLst>
              <a:ext uri="{FF2B5EF4-FFF2-40B4-BE49-F238E27FC236}">
                <a16:creationId xmlns:a16="http://schemas.microsoft.com/office/drawing/2014/main" id="{CFE75191-C510-906F-A56B-70D89595EB42}"/>
              </a:ext>
            </a:extLst>
          </p:cNvPr>
          <p:cNvSpPr/>
          <p:nvPr/>
        </p:nvSpPr>
        <p:spPr>
          <a:xfrm>
            <a:off x="8775129" y="3722397"/>
            <a:ext cx="2160000" cy="540000"/>
          </a:xfrm>
          <a:prstGeom prst="roundRect">
            <a:avLst>
              <a:gd name="adj" fmla="val 26871"/>
            </a:avLst>
          </a:prstGeom>
          <a:solidFill>
            <a:schemeClr val="bg1"/>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dirty="0">
                <a:solidFill>
                  <a:schemeClr val="tx2"/>
                </a:solidFill>
                <a:latin typeface="+mj-lt"/>
              </a:rPr>
              <a:t>Length</a:t>
            </a:r>
            <a:endParaRPr lang="en-SE" sz="2400" dirty="0">
              <a:solidFill>
                <a:schemeClr val="tx2"/>
              </a:solidFill>
              <a:latin typeface="+mj-lt"/>
            </a:endParaRPr>
          </a:p>
        </p:txBody>
      </p:sp>
      <p:sp>
        <p:nvSpPr>
          <p:cNvPr id="44" name="Rectangle: Rounded Corners 43">
            <a:extLst>
              <a:ext uri="{FF2B5EF4-FFF2-40B4-BE49-F238E27FC236}">
                <a16:creationId xmlns:a16="http://schemas.microsoft.com/office/drawing/2014/main" id="{6B9AAE74-27A6-0CF9-D959-033F6200F6B3}"/>
              </a:ext>
            </a:extLst>
          </p:cNvPr>
          <p:cNvSpPr/>
          <p:nvPr/>
        </p:nvSpPr>
        <p:spPr>
          <a:xfrm>
            <a:off x="8775129" y="4261701"/>
            <a:ext cx="2160000" cy="540000"/>
          </a:xfrm>
          <a:prstGeom prst="roundRect">
            <a:avLst>
              <a:gd name="adj" fmla="val 26871"/>
            </a:avLst>
          </a:prstGeom>
          <a:solidFill>
            <a:schemeClr val="bg1"/>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dirty="0" err="1">
                <a:solidFill>
                  <a:schemeClr val="tx2"/>
                </a:solidFill>
                <a:latin typeface="+mj-lt"/>
              </a:rPr>
              <a:t>crc</a:t>
            </a:r>
            <a:endParaRPr lang="en-SE" sz="2400" dirty="0">
              <a:solidFill>
                <a:schemeClr val="tx2"/>
              </a:solidFill>
              <a:latin typeface="+mj-lt"/>
            </a:endParaRPr>
          </a:p>
        </p:txBody>
      </p:sp>
      <p:sp>
        <p:nvSpPr>
          <p:cNvPr id="45" name="Rectangle: Rounded Corners 44">
            <a:extLst>
              <a:ext uri="{FF2B5EF4-FFF2-40B4-BE49-F238E27FC236}">
                <a16:creationId xmlns:a16="http://schemas.microsoft.com/office/drawing/2014/main" id="{600F8002-6952-8776-4F4E-B2827E9F626F}"/>
              </a:ext>
            </a:extLst>
          </p:cNvPr>
          <p:cNvSpPr/>
          <p:nvPr/>
        </p:nvSpPr>
        <p:spPr>
          <a:xfrm>
            <a:off x="8775129" y="4801005"/>
            <a:ext cx="2160000" cy="540000"/>
          </a:xfrm>
          <a:prstGeom prst="roundRect">
            <a:avLst>
              <a:gd name="adj" fmla="val 26871"/>
            </a:avLst>
          </a:prstGeom>
          <a:solidFill>
            <a:schemeClr val="bg1"/>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dirty="0">
                <a:solidFill>
                  <a:schemeClr val="tx2"/>
                </a:solidFill>
                <a:latin typeface="+mj-lt"/>
              </a:rPr>
              <a:t>Accuracy</a:t>
            </a:r>
            <a:endParaRPr lang="en-SE" sz="2400" dirty="0">
              <a:solidFill>
                <a:schemeClr val="tx2"/>
              </a:solidFill>
              <a:latin typeface="+mj-lt"/>
            </a:endParaRPr>
          </a:p>
        </p:txBody>
      </p:sp>
      <p:sp>
        <p:nvSpPr>
          <p:cNvPr id="62" name="Freeform: Shape 61">
            <a:extLst>
              <a:ext uri="{FF2B5EF4-FFF2-40B4-BE49-F238E27FC236}">
                <a16:creationId xmlns:a16="http://schemas.microsoft.com/office/drawing/2014/main" id="{464A4717-64D9-C3FB-1F2B-25548AF07520}"/>
              </a:ext>
            </a:extLst>
          </p:cNvPr>
          <p:cNvSpPr/>
          <p:nvPr/>
        </p:nvSpPr>
        <p:spPr>
          <a:xfrm>
            <a:off x="8775129" y="5340309"/>
            <a:ext cx="2160000" cy="995248"/>
          </a:xfrm>
          <a:custGeom>
            <a:avLst/>
            <a:gdLst>
              <a:gd name="csX0" fmla="*/ 145103 w 2160000"/>
              <a:gd name="csY0" fmla="*/ 0 h 995248"/>
              <a:gd name="csX1" fmla="*/ 2014897 w 2160000"/>
              <a:gd name="csY1" fmla="*/ 0 h 995248"/>
              <a:gd name="csX2" fmla="*/ 2160000 w 2160000"/>
              <a:gd name="csY2" fmla="*/ 145103 h 995248"/>
              <a:gd name="csX3" fmla="*/ 2160000 w 2160000"/>
              <a:gd name="csY3" fmla="*/ 196454 h 995248"/>
              <a:gd name="csX4" fmla="*/ 2160000 w 2160000"/>
              <a:gd name="csY4" fmla="*/ 394897 h 995248"/>
              <a:gd name="csX5" fmla="*/ 2160000 w 2160000"/>
              <a:gd name="csY5" fmla="*/ 995248 h 995248"/>
              <a:gd name="csX6" fmla="*/ 0 w 2160000"/>
              <a:gd name="csY6" fmla="*/ 995248 h 995248"/>
              <a:gd name="csX7" fmla="*/ 0 w 2160000"/>
              <a:gd name="csY7" fmla="*/ 394897 h 995248"/>
              <a:gd name="csX8" fmla="*/ 0 w 2160000"/>
              <a:gd name="csY8" fmla="*/ 196454 h 995248"/>
              <a:gd name="csX9" fmla="*/ 0 w 2160000"/>
              <a:gd name="csY9" fmla="*/ 145103 h 995248"/>
              <a:gd name="csX10" fmla="*/ 145103 w 2160000"/>
              <a:gd name="csY10" fmla="*/ 0 h 9952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60000" h="995248">
                <a:moveTo>
                  <a:pt x="145103" y="0"/>
                </a:moveTo>
                <a:lnTo>
                  <a:pt x="2014897" y="0"/>
                </a:lnTo>
                <a:cubicBezTo>
                  <a:pt x="2095035" y="0"/>
                  <a:pt x="2160000" y="64965"/>
                  <a:pt x="2160000" y="145103"/>
                </a:cubicBezTo>
                <a:lnTo>
                  <a:pt x="2160000" y="196454"/>
                </a:lnTo>
                <a:lnTo>
                  <a:pt x="2160000" y="394897"/>
                </a:lnTo>
                <a:lnTo>
                  <a:pt x="2160000" y="995248"/>
                </a:lnTo>
                <a:lnTo>
                  <a:pt x="0" y="995248"/>
                </a:lnTo>
                <a:lnTo>
                  <a:pt x="0" y="394897"/>
                </a:lnTo>
                <a:lnTo>
                  <a:pt x="0" y="196454"/>
                </a:lnTo>
                <a:lnTo>
                  <a:pt x="0" y="145103"/>
                </a:lnTo>
                <a:cubicBezTo>
                  <a:pt x="0" y="64965"/>
                  <a:pt x="64965" y="0"/>
                  <a:pt x="145103" y="0"/>
                </a:cubicBezTo>
                <a:close/>
              </a:path>
            </a:pathLst>
          </a:custGeom>
          <a:solidFill>
            <a:schemeClr val="bg1"/>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2400" dirty="0">
                <a:solidFill>
                  <a:schemeClr val="tx2"/>
                </a:solidFill>
                <a:latin typeface="+mj-lt"/>
              </a:rPr>
              <a:t>Data</a:t>
            </a:r>
            <a:endParaRPr lang="en-SE" sz="2400" dirty="0">
              <a:solidFill>
                <a:schemeClr val="tx2"/>
              </a:solidFill>
              <a:latin typeface="+mj-lt"/>
            </a:endParaRPr>
          </a:p>
        </p:txBody>
      </p:sp>
      <p:cxnSp>
        <p:nvCxnSpPr>
          <p:cNvPr id="47" name="Straight Connector 46">
            <a:extLst>
              <a:ext uri="{FF2B5EF4-FFF2-40B4-BE49-F238E27FC236}">
                <a16:creationId xmlns:a16="http://schemas.microsoft.com/office/drawing/2014/main" id="{948976E2-4C3C-783C-4625-503335653340}"/>
              </a:ext>
            </a:extLst>
          </p:cNvPr>
          <p:cNvCxnSpPr>
            <a:cxnSpLocks/>
          </p:cNvCxnSpPr>
          <p:nvPr/>
        </p:nvCxnSpPr>
        <p:spPr>
          <a:xfrm flipH="1">
            <a:off x="8910030" y="3183093"/>
            <a:ext cx="1894596" cy="0"/>
          </a:xfrm>
          <a:prstGeom prst="line">
            <a:avLst/>
          </a:prstGeom>
          <a:ln w="508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C1923614-0AD1-92BC-C772-A7594E0B2EB3}"/>
              </a:ext>
            </a:extLst>
          </p:cNvPr>
          <p:cNvCxnSpPr>
            <a:cxnSpLocks/>
          </p:cNvCxnSpPr>
          <p:nvPr/>
        </p:nvCxnSpPr>
        <p:spPr>
          <a:xfrm flipH="1">
            <a:off x="8910030" y="3722397"/>
            <a:ext cx="1894596" cy="0"/>
          </a:xfrm>
          <a:prstGeom prst="line">
            <a:avLst/>
          </a:prstGeom>
          <a:ln w="508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BC73831-2BD4-4524-16BC-4A10D07AB474}"/>
              </a:ext>
            </a:extLst>
          </p:cNvPr>
          <p:cNvCxnSpPr>
            <a:cxnSpLocks/>
          </p:cNvCxnSpPr>
          <p:nvPr/>
        </p:nvCxnSpPr>
        <p:spPr>
          <a:xfrm flipH="1">
            <a:off x="8910030" y="4261701"/>
            <a:ext cx="1894596" cy="0"/>
          </a:xfrm>
          <a:prstGeom prst="line">
            <a:avLst/>
          </a:prstGeom>
          <a:ln w="508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1AAB1A5D-F94E-1DF1-1B8A-5BD3DFFD276F}"/>
              </a:ext>
            </a:extLst>
          </p:cNvPr>
          <p:cNvCxnSpPr>
            <a:cxnSpLocks/>
          </p:cNvCxnSpPr>
          <p:nvPr/>
        </p:nvCxnSpPr>
        <p:spPr>
          <a:xfrm flipH="1">
            <a:off x="8910030" y="4801005"/>
            <a:ext cx="1894596" cy="0"/>
          </a:xfrm>
          <a:prstGeom prst="line">
            <a:avLst/>
          </a:prstGeom>
          <a:ln w="508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A77FC71-5A76-853D-EDDA-B4D7248D8CBF}"/>
              </a:ext>
            </a:extLst>
          </p:cNvPr>
          <p:cNvCxnSpPr>
            <a:cxnSpLocks/>
          </p:cNvCxnSpPr>
          <p:nvPr/>
        </p:nvCxnSpPr>
        <p:spPr>
          <a:xfrm flipH="1">
            <a:off x="8910030" y="5340309"/>
            <a:ext cx="1894596" cy="0"/>
          </a:xfrm>
          <a:prstGeom prst="line">
            <a:avLst/>
          </a:prstGeom>
          <a:ln w="508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DE4551ED-FBE7-85C6-603B-6812D82859CA}"/>
              </a:ext>
            </a:extLst>
          </p:cNvPr>
          <p:cNvCxnSpPr>
            <a:cxnSpLocks/>
          </p:cNvCxnSpPr>
          <p:nvPr/>
        </p:nvCxnSpPr>
        <p:spPr>
          <a:xfrm flipH="1">
            <a:off x="8910030" y="5340309"/>
            <a:ext cx="1894596" cy="0"/>
          </a:xfrm>
          <a:prstGeom prst="line">
            <a:avLst/>
          </a:prstGeom>
          <a:ln w="2540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9517B4D-8521-0C65-6AEC-BC339C6F0DF6}"/>
              </a:ext>
            </a:extLst>
          </p:cNvPr>
          <p:cNvCxnSpPr>
            <a:cxnSpLocks/>
          </p:cNvCxnSpPr>
          <p:nvPr/>
        </p:nvCxnSpPr>
        <p:spPr>
          <a:xfrm flipH="1">
            <a:off x="8910030" y="4801005"/>
            <a:ext cx="1894596" cy="0"/>
          </a:xfrm>
          <a:prstGeom prst="line">
            <a:avLst/>
          </a:prstGeom>
          <a:ln w="2540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9F3A98C-9A43-BD51-DB3D-0D1C08ED9BCA}"/>
              </a:ext>
            </a:extLst>
          </p:cNvPr>
          <p:cNvCxnSpPr>
            <a:cxnSpLocks/>
          </p:cNvCxnSpPr>
          <p:nvPr/>
        </p:nvCxnSpPr>
        <p:spPr>
          <a:xfrm flipH="1">
            <a:off x="8910030" y="4261701"/>
            <a:ext cx="1894596" cy="0"/>
          </a:xfrm>
          <a:prstGeom prst="line">
            <a:avLst/>
          </a:prstGeom>
          <a:ln w="2540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BFF28A5-52AD-5364-D6FE-047E33D5264D}"/>
              </a:ext>
            </a:extLst>
          </p:cNvPr>
          <p:cNvCxnSpPr>
            <a:cxnSpLocks/>
          </p:cNvCxnSpPr>
          <p:nvPr/>
        </p:nvCxnSpPr>
        <p:spPr>
          <a:xfrm flipH="1">
            <a:off x="8910030" y="3722397"/>
            <a:ext cx="1894596" cy="0"/>
          </a:xfrm>
          <a:prstGeom prst="line">
            <a:avLst/>
          </a:prstGeom>
          <a:ln w="2540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383F50A3-B82E-66E3-64BB-DF1B0A60FD1E}"/>
              </a:ext>
            </a:extLst>
          </p:cNvPr>
          <p:cNvCxnSpPr>
            <a:cxnSpLocks/>
          </p:cNvCxnSpPr>
          <p:nvPr/>
        </p:nvCxnSpPr>
        <p:spPr>
          <a:xfrm flipH="1">
            <a:off x="8910030" y="3183093"/>
            <a:ext cx="1894596" cy="0"/>
          </a:xfrm>
          <a:prstGeom prst="line">
            <a:avLst/>
          </a:prstGeom>
          <a:ln w="2540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F1F9518-5D68-C6FA-3CD6-B5710CC318C7}"/>
              </a:ext>
            </a:extLst>
          </p:cNvPr>
          <p:cNvCxnSpPr>
            <a:cxnSpLocks/>
            <a:stCxn id="62" idx="5"/>
            <a:endCxn id="62" idx="6"/>
          </p:cNvCxnSpPr>
          <p:nvPr/>
        </p:nvCxnSpPr>
        <p:spPr>
          <a:xfrm flipH="1">
            <a:off x="8775129" y="6335557"/>
            <a:ext cx="2160000" cy="0"/>
          </a:xfrm>
          <a:prstGeom prst="line">
            <a:avLst/>
          </a:prstGeom>
          <a:ln w="50800" cap="sq">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3A8A894C-CDE5-1729-8279-22D8E328EEBF}"/>
              </a:ext>
            </a:extLst>
          </p:cNvPr>
          <p:cNvCxnSpPr>
            <a:cxnSpLocks/>
          </p:cNvCxnSpPr>
          <p:nvPr/>
        </p:nvCxnSpPr>
        <p:spPr>
          <a:xfrm flipV="1">
            <a:off x="8775129" y="5850600"/>
            <a:ext cx="0" cy="484957"/>
          </a:xfrm>
          <a:prstGeom prst="line">
            <a:avLst/>
          </a:prstGeom>
          <a:ln w="5080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29DDC2D-A09D-C6BF-FB0C-FC397F9A62DD}"/>
              </a:ext>
            </a:extLst>
          </p:cNvPr>
          <p:cNvCxnSpPr>
            <a:cxnSpLocks/>
          </p:cNvCxnSpPr>
          <p:nvPr/>
        </p:nvCxnSpPr>
        <p:spPr>
          <a:xfrm flipV="1">
            <a:off x="10935129" y="5850600"/>
            <a:ext cx="0" cy="484957"/>
          </a:xfrm>
          <a:prstGeom prst="line">
            <a:avLst/>
          </a:prstGeom>
          <a:ln w="50800">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69" name="Rectangle: Rounded Corners 68">
            <a:extLst>
              <a:ext uri="{FF2B5EF4-FFF2-40B4-BE49-F238E27FC236}">
                <a16:creationId xmlns:a16="http://schemas.microsoft.com/office/drawing/2014/main" id="{96AEACBD-2F42-96CF-6377-4DD96105564A}"/>
              </a:ext>
            </a:extLst>
          </p:cNvPr>
          <p:cNvSpPr/>
          <p:nvPr/>
        </p:nvSpPr>
        <p:spPr>
          <a:xfrm>
            <a:off x="8452980" y="1996966"/>
            <a:ext cx="2838305" cy="4418870"/>
          </a:xfrm>
          <a:prstGeom prst="roundRect">
            <a:avLst>
              <a:gd name="adj" fmla="val 8566"/>
            </a:avLst>
          </a:prstGeom>
          <a:solidFill>
            <a:schemeClr val="tx2">
              <a:alpha val="10000"/>
            </a:schemeClr>
          </a:solidFill>
          <a:ln w="508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SE" sz="2400" dirty="0">
              <a:solidFill>
                <a:schemeClr val="tx2"/>
              </a:solidFill>
              <a:latin typeface="+mj-lt"/>
            </a:endParaRPr>
          </a:p>
        </p:txBody>
      </p:sp>
      <p:sp>
        <p:nvSpPr>
          <p:cNvPr id="74" name="Text Placeholder 1">
            <a:extLst>
              <a:ext uri="{FF2B5EF4-FFF2-40B4-BE49-F238E27FC236}">
                <a16:creationId xmlns:a16="http://schemas.microsoft.com/office/drawing/2014/main" id="{61C9228F-18F6-84D0-0BDB-81C2D5F1924A}"/>
              </a:ext>
            </a:extLst>
          </p:cNvPr>
          <p:cNvSpPr txBox="1">
            <a:spLocks/>
          </p:cNvSpPr>
          <p:nvPr/>
        </p:nvSpPr>
        <p:spPr>
          <a:xfrm>
            <a:off x="10050648" y="2155350"/>
            <a:ext cx="1109926" cy="338892"/>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412750" algn="l" rtl="0">
              <a:lnSpc>
                <a:spcPct val="100000"/>
              </a:lnSpc>
              <a:spcBef>
                <a:spcPts val="0"/>
              </a:spcBef>
              <a:spcAft>
                <a:spcPts val="0"/>
              </a:spcAft>
              <a:buClr>
                <a:schemeClr val="lt2"/>
              </a:buClr>
              <a:buSzPts val="2900"/>
              <a:buFont typeface="Arial"/>
              <a:buChar char="●"/>
              <a:defRPr sz="2900" b="0" i="0" u="none" strike="noStrike" cap="none">
                <a:solidFill>
                  <a:srgbClr val="000000"/>
                </a:solidFill>
                <a:latin typeface="Arial"/>
                <a:ea typeface="Arial"/>
                <a:cs typeface="Arial"/>
                <a:sym typeface="Arial"/>
              </a:defRPr>
            </a:lvl1pPr>
            <a:lvl2pPr marL="914400" marR="0" lvl="1" indent="-349250" algn="l" rtl="0">
              <a:lnSpc>
                <a:spcPct val="100000"/>
              </a:lnSpc>
              <a:spcBef>
                <a:spcPts val="400"/>
              </a:spcBef>
              <a:spcAft>
                <a:spcPts val="0"/>
              </a:spcAft>
              <a:buClr>
                <a:schemeClr val="lt2"/>
              </a:buClr>
              <a:buSzPts val="1900"/>
              <a:buFont typeface="Arial"/>
              <a:buChar char="●"/>
              <a:defRPr sz="2100" b="0" i="0" u="none" strike="noStrike" cap="none">
                <a:solidFill>
                  <a:srgbClr val="000000"/>
                </a:solidFill>
                <a:latin typeface="Arial"/>
                <a:ea typeface="Arial"/>
                <a:cs typeface="Arial"/>
                <a:sym typeface="Arial"/>
              </a:defRPr>
            </a:lvl2pPr>
            <a:lvl3pPr marL="1371600" marR="0" lvl="2" indent="-311150" algn="l" rtl="0">
              <a:lnSpc>
                <a:spcPct val="100000"/>
              </a:lnSpc>
              <a:spcBef>
                <a:spcPts val="400"/>
              </a:spcBef>
              <a:spcAft>
                <a:spcPts val="0"/>
              </a:spcAft>
              <a:buClr>
                <a:schemeClr val="lt2"/>
              </a:buClr>
              <a:buSzPts val="1300"/>
              <a:buFont typeface="Arial"/>
              <a:buChar char="●"/>
              <a:defRPr sz="1700" b="0" i="0" u="none" strike="noStrike" cap="none">
                <a:solidFill>
                  <a:srgbClr val="000000"/>
                </a:solidFill>
                <a:latin typeface="Arial"/>
                <a:ea typeface="Arial"/>
                <a:cs typeface="Arial"/>
                <a:sym typeface="Arial"/>
              </a:defRPr>
            </a:lvl3pPr>
            <a:lvl4pPr marL="1828800" marR="0" lvl="3" indent="-228600" algn="l" rtl="0">
              <a:lnSpc>
                <a:spcPct val="100000"/>
              </a:lnSpc>
              <a:spcBef>
                <a:spcPts val="800"/>
              </a:spcBef>
              <a:spcAft>
                <a:spcPts val="0"/>
              </a:spcAft>
              <a:buClr>
                <a:srgbClr val="FF0000"/>
              </a:buClr>
              <a:buSzPts val="2400"/>
              <a:buFont typeface="Arial"/>
              <a:buNone/>
              <a:defRPr sz="1600" b="0" i="0" u="none" strike="noStrike" cap="none">
                <a:solidFill>
                  <a:srgbClr val="595959"/>
                </a:solidFill>
                <a:latin typeface="Arial"/>
                <a:ea typeface="Arial"/>
                <a:cs typeface="Arial"/>
                <a:sym typeface="Arial"/>
              </a:defRPr>
            </a:lvl4pPr>
            <a:lvl5pPr marL="2286000" marR="0" lvl="4" indent="-355600" algn="l" rtl="0">
              <a:lnSpc>
                <a:spcPct val="100000"/>
              </a:lnSpc>
              <a:spcBef>
                <a:spcPts val="800"/>
              </a:spcBef>
              <a:spcAft>
                <a:spcPts val="0"/>
              </a:spcAft>
              <a:buClr>
                <a:schemeClr val="lt2"/>
              </a:buClr>
              <a:buSzPts val="2000"/>
              <a:buFont typeface="Arial"/>
              <a:buChar char="•"/>
              <a:defRPr sz="1300" b="0" i="0" u="none" strike="noStrike" cap="none">
                <a:solidFill>
                  <a:srgbClr val="595959"/>
                </a:solidFill>
                <a:latin typeface="Arial"/>
                <a:ea typeface="Arial"/>
                <a:cs typeface="Arial"/>
                <a:sym typeface="Arial"/>
              </a:defRPr>
            </a:lvl5pPr>
            <a:lvl6pPr marL="2743200" marR="0" lvl="5"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6pPr>
            <a:lvl7pPr marL="3200400" marR="0" lvl="6"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7pPr>
            <a:lvl8pPr marL="3657600" marR="0" lvl="7"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8pPr>
            <a:lvl9pPr marL="4114800" marR="0" lvl="8"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9pPr>
          </a:lstStyle>
          <a:p>
            <a:pPr marL="44450" indent="0" algn="ctr">
              <a:buFont typeface="Arial"/>
              <a:buNone/>
            </a:pPr>
            <a:r>
              <a:rPr lang="en-US" sz="2000" b="1" dirty="0">
                <a:solidFill>
                  <a:schemeClr val="tx2"/>
                </a:solidFill>
              </a:rPr>
              <a:t>NVM</a:t>
            </a:r>
          </a:p>
        </p:txBody>
      </p:sp>
    </p:spTree>
    <p:extLst>
      <p:ext uri="{BB962C8B-B14F-4D97-AF65-F5344CB8AC3E}">
        <p14:creationId xmlns:p14="http://schemas.microsoft.com/office/powerpoint/2010/main" val="27544353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ectangle: Rounded Corners 100">
            <a:extLst>
              <a:ext uri="{FF2B5EF4-FFF2-40B4-BE49-F238E27FC236}">
                <a16:creationId xmlns:a16="http://schemas.microsoft.com/office/drawing/2014/main" id="{2ED7BB95-2851-1875-F7C2-FFC633C547A5}"/>
              </a:ext>
            </a:extLst>
          </p:cNvPr>
          <p:cNvSpPr/>
          <p:nvPr/>
        </p:nvSpPr>
        <p:spPr>
          <a:xfrm>
            <a:off x="533062" y="1833895"/>
            <a:ext cx="5859695" cy="4338305"/>
          </a:xfrm>
          <a:prstGeom prst="roundRect">
            <a:avLst>
              <a:gd name="adj" fmla="val 8566"/>
            </a:avLst>
          </a:prstGeom>
          <a:solidFill>
            <a:schemeClr val="tx2">
              <a:alpha val="10000"/>
            </a:schemeClr>
          </a:solidFill>
          <a:ln w="508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SE" sz="2400" dirty="0">
              <a:solidFill>
                <a:schemeClr val="tx2"/>
              </a:solidFill>
              <a:latin typeface="+mj-lt"/>
            </a:endParaRPr>
          </a:p>
        </p:txBody>
      </p:sp>
      <p:sp>
        <p:nvSpPr>
          <p:cNvPr id="102" name="Rectangle: Rounded Corners 101">
            <a:extLst>
              <a:ext uri="{FF2B5EF4-FFF2-40B4-BE49-F238E27FC236}">
                <a16:creationId xmlns:a16="http://schemas.microsoft.com/office/drawing/2014/main" id="{C282CB65-60F5-FB8C-D40B-704F4072464A}"/>
              </a:ext>
            </a:extLst>
          </p:cNvPr>
          <p:cNvSpPr/>
          <p:nvPr/>
        </p:nvSpPr>
        <p:spPr>
          <a:xfrm>
            <a:off x="6798004" y="1833895"/>
            <a:ext cx="4764354" cy="4338305"/>
          </a:xfrm>
          <a:prstGeom prst="roundRect">
            <a:avLst>
              <a:gd name="adj" fmla="val 8566"/>
            </a:avLst>
          </a:prstGeom>
          <a:solidFill>
            <a:schemeClr val="tx2">
              <a:alpha val="10000"/>
            </a:schemeClr>
          </a:solidFill>
          <a:ln w="508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SE" sz="2400" dirty="0">
              <a:solidFill>
                <a:schemeClr val="tx2"/>
              </a:solidFill>
              <a:latin typeface="+mj-lt"/>
            </a:endParaRPr>
          </a:p>
        </p:txBody>
      </p:sp>
      <p:sp>
        <p:nvSpPr>
          <p:cNvPr id="3" name="Title 2">
            <a:extLst>
              <a:ext uri="{FF2B5EF4-FFF2-40B4-BE49-F238E27FC236}">
                <a16:creationId xmlns:a16="http://schemas.microsoft.com/office/drawing/2014/main" id="{908650E6-64CE-C9A2-7358-25BBA33B25BD}"/>
              </a:ext>
            </a:extLst>
          </p:cNvPr>
          <p:cNvSpPr>
            <a:spLocks noGrp="1"/>
          </p:cNvSpPr>
          <p:nvPr>
            <p:ph type="title"/>
          </p:nvPr>
        </p:nvSpPr>
        <p:spPr/>
        <p:txBody>
          <a:bodyPr/>
          <a:lstStyle/>
          <a:p>
            <a:r>
              <a:rPr lang="en-US" dirty="0"/>
              <a:t>Model – Binary Forward-Forward</a:t>
            </a:r>
            <a:endParaRPr lang="en-SE" dirty="0"/>
          </a:p>
        </p:txBody>
      </p:sp>
      <p:sp>
        <p:nvSpPr>
          <p:cNvPr id="4" name="Slide Number Placeholder 3">
            <a:extLst>
              <a:ext uri="{FF2B5EF4-FFF2-40B4-BE49-F238E27FC236}">
                <a16:creationId xmlns:a16="http://schemas.microsoft.com/office/drawing/2014/main" id="{66A7C273-E0D1-D781-7306-DB8DFAB6991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sp>
        <p:nvSpPr>
          <p:cNvPr id="2" name="Rectangle 1">
            <a:extLst>
              <a:ext uri="{FF2B5EF4-FFF2-40B4-BE49-F238E27FC236}">
                <a16:creationId xmlns:a16="http://schemas.microsoft.com/office/drawing/2014/main" id="{7BCF6C23-E074-8BFB-39A7-F0C85C6AD9B2}"/>
              </a:ext>
            </a:extLst>
          </p:cNvPr>
          <p:cNvSpPr/>
          <p:nvPr/>
        </p:nvSpPr>
        <p:spPr>
          <a:xfrm>
            <a:off x="919218" y="3266266"/>
            <a:ext cx="991161" cy="831601"/>
          </a:xfrm>
          <a:prstGeom prst="rect">
            <a:avLst/>
          </a:prstGeom>
          <a:solidFill>
            <a:schemeClr val="bg1"/>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b="1" dirty="0">
                <a:solidFill>
                  <a:schemeClr val="tx2"/>
                </a:solidFill>
              </a:rPr>
              <a:t>DATA</a:t>
            </a:r>
            <a:endParaRPr lang="en-SE" sz="2000" b="1" dirty="0">
              <a:solidFill>
                <a:schemeClr val="tx2"/>
              </a:solidFill>
            </a:endParaRPr>
          </a:p>
        </p:txBody>
      </p:sp>
      <p:sp>
        <p:nvSpPr>
          <p:cNvPr id="5" name="Rectangle 4">
            <a:extLst>
              <a:ext uri="{FF2B5EF4-FFF2-40B4-BE49-F238E27FC236}">
                <a16:creationId xmlns:a16="http://schemas.microsoft.com/office/drawing/2014/main" id="{3CC0EBE8-7CF5-8736-1221-A657FEE7C151}"/>
              </a:ext>
            </a:extLst>
          </p:cNvPr>
          <p:cNvSpPr/>
          <p:nvPr/>
        </p:nvSpPr>
        <p:spPr>
          <a:xfrm>
            <a:off x="2662268" y="2597399"/>
            <a:ext cx="991161" cy="831601"/>
          </a:xfrm>
          <a:prstGeom prst="rect">
            <a:avLst/>
          </a:prstGeom>
          <a:solidFill>
            <a:schemeClr val="bg1"/>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b="1" dirty="0">
                <a:solidFill>
                  <a:schemeClr val="tx2"/>
                </a:solidFill>
              </a:rPr>
              <a:t>DATA</a:t>
            </a:r>
            <a:endParaRPr lang="en-SE" sz="2000" b="1" dirty="0">
              <a:solidFill>
                <a:schemeClr val="tx2"/>
              </a:solidFill>
            </a:endParaRPr>
          </a:p>
        </p:txBody>
      </p:sp>
      <p:sp>
        <p:nvSpPr>
          <p:cNvPr id="6" name="Rectangle: Rounded Corners 5">
            <a:extLst>
              <a:ext uri="{FF2B5EF4-FFF2-40B4-BE49-F238E27FC236}">
                <a16:creationId xmlns:a16="http://schemas.microsoft.com/office/drawing/2014/main" id="{ECB006C9-D1D9-F145-35DB-F09B4F907F31}"/>
              </a:ext>
            </a:extLst>
          </p:cNvPr>
          <p:cNvSpPr/>
          <p:nvPr/>
        </p:nvSpPr>
        <p:spPr>
          <a:xfrm>
            <a:off x="2662268" y="2159063"/>
            <a:ext cx="991161" cy="438336"/>
          </a:xfrm>
          <a:prstGeom prst="roundRect">
            <a:avLst>
              <a:gd name="adj" fmla="val 26871"/>
            </a:avLst>
          </a:prstGeom>
          <a:solidFill>
            <a:schemeClr val="bg1"/>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100" b="1" dirty="0">
                <a:solidFill>
                  <a:schemeClr val="tx2"/>
                </a:solidFill>
                <a:latin typeface="+mj-lt"/>
              </a:rPr>
              <a:t>Correct Label</a:t>
            </a:r>
            <a:endParaRPr lang="en-SE" sz="1100" b="1" dirty="0">
              <a:solidFill>
                <a:schemeClr val="tx2"/>
              </a:solidFill>
              <a:latin typeface="+mj-lt"/>
            </a:endParaRPr>
          </a:p>
        </p:txBody>
      </p:sp>
      <p:cxnSp>
        <p:nvCxnSpPr>
          <p:cNvPr id="9" name="Straight Connector 8">
            <a:extLst>
              <a:ext uri="{FF2B5EF4-FFF2-40B4-BE49-F238E27FC236}">
                <a16:creationId xmlns:a16="http://schemas.microsoft.com/office/drawing/2014/main" id="{7B8598AF-72FD-48BE-C0EF-B3497875DC1B}"/>
              </a:ext>
            </a:extLst>
          </p:cNvPr>
          <p:cNvCxnSpPr>
            <a:cxnSpLocks/>
          </p:cNvCxnSpPr>
          <p:nvPr/>
        </p:nvCxnSpPr>
        <p:spPr>
          <a:xfrm flipH="1">
            <a:off x="2789829" y="2597399"/>
            <a:ext cx="751417" cy="0"/>
          </a:xfrm>
          <a:prstGeom prst="line">
            <a:avLst/>
          </a:prstGeom>
          <a:ln w="508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C23D3AC-D579-23BF-120F-355501513384}"/>
              </a:ext>
            </a:extLst>
          </p:cNvPr>
          <p:cNvCxnSpPr>
            <a:cxnSpLocks/>
          </p:cNvCxnSpPr>
          <p:nvPr/>
        </p:nvCxnSpPr>
        <p:spPr>
          <a:xfrm flipH="1">
            <a:off x="2789829" y="2597399"/>
            <a:ext cx="772583" cy="0"/>
          </a:xfrm>
          <a:prstGeom prst="line">
            <a:avLst/>
          </a:prstGeom>
          <a:ln w="25400">
            <a:solidFill>
              <a:schemeClr val="tx2"/>
            </a:solidFill>
            <a:prstDash val="sysDash"/>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5EAA6F03-D6AA-F130-5284-CEFAF315D40B}"/>
              </a:ext>
            </a:extLst>
          </p:cNvPr>
          <p:cNvSpPr/>
          <p:nvPr/>
        </p:nvSpPr>
        <p:spPr>
          <a:xfrm>
            <a:off x="2662268" y="4248399"/>
            <a:ext cx="991161" cy="831601"/>
          </a:xfrm>
          <a:prstGeom prst="rect">
            <a:avLst/>
          </a:prstGeom>
          <a:solidFill>
            <a:schemeClr val="bg1"/>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b="1" dirty="0">
                <a:solidFill>
                  <a:schemeClr val="tx2"/>
                </a:solidFill>
              </a:rPr>
              <a:t>DATA</a:t>
            </a:r>
            <a:endParaRPr lang="en-SE" sz="2000" b="1" dirty="0">
              <a:solidFill>
                <a:schemeClr val="tx2"/>
              </a:solidFill>
            </a:endParaRPr>
          </a:p>
        </p:txBody>
      </p:sp>
      <p:sp>
        <p:nvSpPr>
          <p:cNvPr id="19" name="Rectangle: Rounded Corners 18">
            <a:extLst>
              <a:ext uri="{FF2B5EF4-FFF2-40B4-BE49-F238E27FC236}">
                <a16:creationId xmlns:a16="http://schemas.microsoft.com/office/drawing/2014/main" id="{0E9094AC-B623-9592-B4D5-52BEAF91E2A8}"/>
              </a:ext>
            </a:extLst>
          </p:cNvPr>
          <p:cNvSpPr/>
          <p:nvPr/>
        </p:nvSpPr>
        <p:spPr>
          <a:xfrm>
            <a:off x="2662268" y="3810063"/>
            <a:ext cx="991161" cy="438336"/>
          </a:xfrm>
          <a:prstGeom prst="roundRect">
            <a:avLst>
              <a:gd name="adj" fmla="val 26871"/>
            </a:avLst>
          </a:prstGeom>
          <a:solidFill>
            <a:schemeClr val="bg1"/>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100" b="1" dirty="0">
                <a:solidFill>
                  <a:schemeClr val="tx2"/>
                </a:solidFill>
                <a:latin typeface="+mj-lt"/>
              </a:rPr>
              <a:t>Wrong Label</a:t>
            </a:r>
            <a:endParaRPr lang="en-SE" sz="1100" b="1" dirty="0">
              <a:solidFill>
                <a:schemeClr val="tx2"/>
              </a:solidFill>
              <a:latin typeface="+mj-lt"/>
            </a:endParaRPr>
          </a:p>
        </p:txBody>
      </p:sp>
      <p:cxnSp>
        <p:nvCxnSpPr>
          <p:cNvPr id="20" name="Straight Connector 19">
            <a:extLst>
              <a:ext uri="{FF2B5EF4-FFF2-40B4-BE49-F238E27FC236}">
                <a16:creationId xmlns:a16="http://schemas.microsoft.com/office/drawing/2014/main" id="{2FC81758-51EE-93DF-5E4F-023DB68A7BE3}"/>
              </a:ext>
            </a:extLst>
          </p:cNvPr>
          <p:cNvCxnSpPr>
            <a:cxnSpLocks/>
          </p:cNvCxnSpPr>
          <p:nvPr/>
        </p:nvCxnSpPr>
        <p:spPr>
          <a:xfrm flipH="1">
            <a:off x="2789829" y="4248399"/>
            <a:ext cx="751417" cy="0"/>
          </a:xfrm>
          <a:prstGeom prst="line">
            <a:avLst/>
          </a:prstGeom>
          <a:ln w="508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0F91F04-5939-75F6-ADAA-A8B277A2678A}"/>
              </a:ext>
            </a:extLst>
          </p:cNvPr>
          <p:cNvCxnSpPr>
            <a:cxnSpLocks/>
          </p:cNvCxnSpPr>
          <p:nvPr/>
        </p:nvCxnSpPr>
        <p:spPr>
          <a:xfrm flipH="1">
            <a:off x="2789829" y="4248399"/>
            <a:ext cx="772583" cy="0"/>
          </a:xfrm>
          <a:prstGeom prst="line">
            <a:avLst/>
          </a:prstGeom>
          <a:ln w="2540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22" name="Connector: Curved 21">
            <a:extLst>
              <a:ext uri="{FF2B5EF4-FFF2-40B4-BE49-F238E27FC236}">
                <a16:creationId xmlns:a16="http://schemas.microsoft.com/office/drawing/2014/main" id="{790280B1-4066-9049-9206-A251EE79FFAC}"/>
              </a:ext>
            </a:extLst>
          </p:cNvPr>
          <p:cNvCxnSpPr>
            <a:cxnSpLocks/>
            <a:stCxn id="2" idx="3"/>
            <a:endCxn id="5" idx="1"/>
          </p:cNvCxnSpPr>
          <p:nvPr/>
        </p:nvCxnSpPr>
        <p:spPr>
          <a:xfrm flipV="1">
            <a:off x="1910379" y="3013200"/>
            <a:ext cx="751889" cy="668867"/>
          </a:xfrm>
          <a:prstGeom prst="curvedConnector3">
            <a:avLst>
              <a:gd name="adj1" fmla="val 50000"/>
            </a:avLst>
          </a:prstGeom>
          <a:ln w="50800">
            <a:solidFill>
              <a:schemeClr val="tx2"/>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5" name="Connector: Curved 24">
            <a:extLst>
              <a:ext uri="{FF2B5EF4-FFF2-40B4-BE49-F238E27FC236}">
                <a16:creationId xmlns:a16="http://schemas.microsoft.com/office/drawing/2014/main" id="{3A41DC4B-BD73-CD40-5796-C5568FA94D04}"/>
              </a:ext>
            </a:extLst>
          </p:cNvPr>
          <p:cNvCxnSpPr>
            <a:cxnSpLocks/>
            <a:stCxn id="2" idx="3"/>
            <a:endCxn id="18" idx="1"/>
          </p:cNvCxnSpPr>
          <p:nvPr/>
        </p:nvCxnSpPr>
        <p:spPr>
          <a:xfrm>
            <a:off x="1910379" y="3682067"/>
            <a:ext cx="751889" cy="982133"/>
          </a:xfrm>
          <a:prstGeom prst="curvedConnector3">
            <a:avLst>
              <a:gd name="adj1" fmla="val 50000"/>
            </a:avLst>
          </a:prstGeom>
          <a:ln w="50800">
            <a:solidFill>
              <a:schemeClr val="tx2"/>
            </a:solidFill>
            <a:tailEnd type="stealth" w="lg" len="lg"/>
          </a:ln>
        </p:spPr>
        <p:style>
          <a:lnRef idx="1">
            <a:schemeClr val="accent1"/>
          </a:lnRef>
          <a:fillRef idx="0">
            <a:schemeClr val="accent1"/>
          </a:fillRef>
          <a:effectRef idx="0">
            <a:schemeClr val="accent1"/>
          </a:effectRef>
          <a:fontRef idx="minor">
            <a:schemeClr val="tx1"/>
          </a:fontRef>
        </p:style>
      </p:cxnSp>
      <p:sp>
        <p:nvSpPr>
          <p:cNvPr id="29" name="Rectangle: Rounded Corners 28">
            <a:extLst>
              <a:ext uri="{FF2B5EF4-FFF2-40B4-BE49-F238E27FC236}">
                <a16:creationId xmlns:a16="http://schemas.microsoft.com/office/drawing/2014/main" id="{BCA9785D-BBD3-B812-0E2A-78D0F39C34F8}"/>
              </a:ext>
            </a:extLst>
          </p:cNvPr>
          <p:cNvSpPr/>
          <p:nvPr/>
        </p:nvSpPr>
        <p:spPr>
          <a:xfrm>
            <a:off x="4355433" y="3524126"/>
            <a:ext cx="1740567" cy="393544"/>
          </a:xfrm>
          <a:prstGeom prst="roundRect">
            <a:avLst>
              <a:gd name="adj" fmla="val 15522"/>
            </a:avLst>
          </a:prstGeom>
          <a:solidFill>
            <a:schemeClr val="tx2"/>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dirty="0">
                <a:solidFill>
                  <a:schemeClr val="bg1"/>
                </a:solidFill>
                <a:latin typeface="+mj-lt"/>
              </a:rPr>
              <a:t>FF Model</a:t>
            </a:r>
            <a:endParaRPr lang="en-SE" sz="2400" dirty="0">
              <a:solidFill>
                <a:schemeClr val="bg1"/>
              </a:solidFill>
              <a:latin typeface="+mj-lt"/>
            </a:endParaRPr>
          </a:p>
        </p:txBody>
      </p:sp>
      <p:cxnSp>
        <p:nvCxnSpPr>
          <p:cNvPr id="30" name="Connector: Curved 29">
            <a:extLst>
              <a:ext uri="{FF2B5EF4-FFF2-40B4-BE49-F238E27FC236}">
                <a16:creationId xmlns:a16="http://schemas.microsoft.com/office/drawing/2014/main" id="{D95896CB-E88C-66E2-8C94-546B0A6A9CEE}"/>
              </a:ext>
            </a:extLst>
          </p:cNvPr>
          <p:cNvCxnSpPr>
            <a:cxnSpLocks/>
            <a:stCxn id="5" idx="3"/>
            <a:endCxn id="29" idx="0"/>
          </p:cNvCxnSpPr>
          <p:nvPr/>
        </p:nvCxnSpPr>
        <p:spPr>
          <a:xfrm>
            <a:off x="3653429" y="3013200"/>
            <a:ext cx="1572288" cy="510926"/>
          </a:xfrm>
          <a:prstGeom prst="curvedConnector2">
            <a:avLst/>
          </a:prstGeom>
          <a:ln w="50800">
            <a:solidFill>
              <a:schemeClr val="tx2"/>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3" name="Connector: Curved 32">
            <a:extLst>
              <a:ext uri="{FF2B5EF4-FFF2-40B4-BE49-F238E27FC236}">
                <a16:creationId xmlns:a16="http://schemas.microsoft.com/office/drawing/2014/main" id="{668FE0E8-57FE-6E55-5DF1-95638166A73C}"/>
              </a:ext>
            </a:extLst>
          </p:cNvPr>
          <p:cNvCxnSpPr>
            <a:cxnSpLocks/>
            <a:stCxn id="18" idx="3"/>
            <a:endCxn id="29" idx="2"/>
          </p:cNvCxnSpPr>
          <p:nvPr/>
        </p:nvCxnSpPr>
        <p:spPr>
          <a:xfrm flipV="1">
            <a:off x="3653429" y="3917670"/>
            <a:ext cx="1572288" cy="746530"/>
          </a:xfrm>
          <a:prstGeom prst="curvedConnector2">
            <a:avLst/>
          </a:prstGeom>
          <a:ln w="50800">
            <a:solidFill>
              <a:schemeClr val="tx2"/>
            </a:solidFill>
            <a:tailEnd type="stealth" w="lg" len="lg"/>
          </a:ln>
        </p:spPr>
        <p:style>
          <a:lnRef idx="1">
            <a:schemeClr val="accent1"/>
          </a:lnRef>
          <a:fillRef idx="0">
            <a:schemeClr val="accent1"/>
          </a:fillRef>
          <a:effectRef idx="0">
            <a:schemeClr val="accent1"/>
          </a:effectRef>
          <a:fontRef idx="minor">
            <a:schemeClr val="tx1"/>
          </a:fontRef>
        </p:style>
      </p:cxnSp>
      <p:sp>
        <p:nvSpPr>
          <p:cNvPr id="78" name="Text Placeholder 1">
            <a:extLst>
              <a:ext uri="{FF2B5EF4-FFF2-40B4-BE49-F238E27FC236}">
                <a16:creationId xmlns:a16="http://schemas.microsoft.com/office/drawing/2014/main" id="{54436633-BF3A-ECB3-30E5-C90F37695656}"/>
              </a:ext>
            </a:extLst>
          </p:cNvPr>
          <p:cNvSpPr txBox="1">
            <a:spLocks/>
          </p:cNvSpPr>
          <p:nvPr/>
        </p:nvSpPr>
        <p:spPr>
          <a:xfrm>
            <a:off x="3905363" y="2859807"/>
            <a:ext cx="1362686" cy="350493"/>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412750" algn="l" rtl="0">
              <a:lnSpc>
                <a:spcPct val="100000"/>
              </a:lnSpc>
              <a:spcBef>
                <a:spcPts val="0"/>
              </a:spcBef>
              <a:spcAft>
                <a:spcPts val="0"/>
              </a:spcAft>
              <a:buClr>
                <a:schemeClr val="lt2"/>
              </a:buClr>
              <a:buSzPts val="2900"/>
              <a:buFont typeface="Arial"/>
              <a:buChar char="●"/>
              <a:defRPr sz="2900" b="0" i="0" u="none" strike="noStrike" cap="none">
                <a:solidFill>
                  <a:srgbClr val="000000"/>
                </a:solidFill>
                <a:latin typeface="Arial"/>
                <a:ea typeface="Arial"/>
                <a:cs typeface="Arial"/>
                <a:sym typeface="Arial"/>
              </a:defRPr>
            </a:lvl1pPr>
            <a:lvl2pPr marL="914400" marR="0" lvl="1" indent="-349250" algn="l" rtl="0">
              <a:lnSpc>
                <a:spcPct val="100000"/>
              </a:lnSpc>
              <a:spcBef>
                <a:spcPts val="400"/>
              </a:spcBef>
              <a:spcAft>
                <a:spcPts val="0"/>
              </a:spcAft>
              <a:buClr>
                <a:schemeClr val="lt2"/>
              </a:buClr>
              <a:buSzPts val="1900"/>
              <a:buFont typeface="Arial"/>
              <a:buChar char="●"/>
              <a:defRPr sz="2100" b="0" i="0" u="none" strike="noStrike" cap="none">
                <a:solidFill>
                  <a:srgbClr val="000000"/>
                </a:solidFill>
                <a:latin typeface="Arial"/>
                <a:ea typeface="Arial"/>
                <a:cs typeface="Arial"/>
                <a:sym typeface="Arial"/>
              </a:defRPr>
            </a:lvl2pPr>
            <a:lvl3pPr marL="1371600" marR="0" lvl="2" indent="-311150" algn="l" rtl="0">
              <a:lnSpc>
                <a:spcPct val="100000"/>
              </a:lnSpc>
              <a:spcBef>
                <a:spcPts val="400"/>
              </a:spcBef>
              <a:spcAft>
                <a:spcPts val="0"/>
              </a:spcAft>
              <a:buClr>
                <a:schemeClr val="lt2"/>
              </a:buClr>
              <a:buSzPts val="1300"/>
              <a:buFont typeface="Arial"/>
              <a:buChar char="●"/>
              <a:defRPr sz="1700" b="0" i="0" u="none" strike="noStrike" cap="none">
                <a:solidFill>
                  <a:srgbClr val="000000"/>
                </a:solidFill>
                <a:latin typeface="Arial"/>
                <a:ea typeface="Arial"/>
                <a:cs typeface="Arial"/>
                <a:sym typeface="Arial"/>
              </a:defRPr>
            </a:lvl3pPr>
            <a:lvl4pPr marL="1828800" marR="0" lvl="3" indent="-228600" algn="l" rtl="0">
              <a:lnSpc>
                <a:spcPct val="100000"/>
              </a:lnSpc>
              <a:spcBef>
                <a:spcPts val="800"/>
              </a:spcBef>
              <a:spcAft>
                <a:spcPts val="0"/>
              </a:spcAft>
              <a:buClr>
                <a:srgbClr val="FF0000"/>
              </a:buClr>
              <a:buSzPts val="2400"/>
              <a:buFont typeface="Arial"/>
              <a:buNone/>
              <a:defRPr sz="1600" b="0" i="0" u="none" strike="noStrike" cap="none">
                <a:solidFill>
                  <a:srgbClr val="595959"/>
                </a:solidFill>
                <a:latin typeface="Arial"/>
                <a:ea typeface="Arial"/>
                <a:cs typeface="Arial"/>
                <a:sym typeface="Arial"/>
              </a:defRPr>
            </a:lvl4pPr>
            <a:lvl5pPr marL="2286000" marR="0" lvl="4" indent="-355600" algn="l" rtl="0">
              <a:lnSpc>
                <a:spcPct val="100000"/>
              </a:lnSpc>
              <a:spcBef>
                <a:spcPts val="800"/>
              </a:spcBef>
              <a:spcAft>
                <a:spcPts val="0"/>
              </a:spcAft>
              <a:buClr>
                <a:schemeClr val="lt2"/>
              </a:buClr>
              <a:buSzPts val="2000"/>
              <a:buFont typeface="Arial"/>
              <a:buChar char="•"/>
              <a:defRPr sz="1300" b="0" i="0" u="none" strike="noStrike" cap="none">
                <a:solidFill>
                  <a:srgbClr val="595959"/>
                </a:solidFill>
                <a:latin typeface="Arial"/>
                <a:ea typeface="Arial"/>
                <a:cs typeface="Arial"/>
                <a:sym typeface="Arial"/>
              </a:defRPr>
            </a:lvl5pPr>
            <a:lvl6pPr marL="2743200" marR="0" lvl="5"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6pPr>
            <a:lvl7pPr marL="3200400" marR="0" lvl="6"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7pPr>
            <a:lvl8pPr marL="3657600" marR="0" lvl="7"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8pPr>
            <a:lvl9pPr marL="4114800" marR="0" lvl="8"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9pPr>
          </a:lstStyle>
          <a:p>
            <a:pPr marL="44450" indent="0" algn="ctr">
              <a:buFont typeface="Arial"/>
              <a:buNone/>
            </a:pPr>
            <a:r>
              <a:rPr lang="en-US" sz="1200" b="1" dirty="0">
                <a:solidFill>
                  <a:schemeClr val="tx2"/>
                </a:solidFill>
              </a:rPr>
              <a:t>positive</a:t>
            </a:r>
          </a:p>
        </p:txBody>
      </p:sp>
      <p:sp>
        <p:nvSpPr>
          <p:cNvPr id="79" name="Text Placeholder 1">
            <a:extLst>
              <a:ext uri="{FF2B5EF4-FFF2-40B4-BE49-F238E27FC236}">
                <a16:creationId xmlns:a16="http://schemas.microsoft.com/office/drawing/2014/main" id="{420E0D6A-F689-ACFF-514B-F6DE4B34B490}"/>
              </a:ext>
            </a:extLst>
          </p:cNvPr>
          <p:cNvSpPr txBox="1">
            <a:spLocks/>
          </p:cNvSpPr>
          <p:nvPr/>
        </p:nvSpPr>
        <p:spPr>
          <a:xfrm>
            <a:off x="3905363" y="4130270"/>
            <a:ext cx="1362686" cy="350493"/>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412750" algn="l" rtl="0">
              <a:lnSpc>
                <a:spcPct val="100000"/>
              </a:lnSpc>
              <a:spcBef>
                <a:spcPts val="0"/>
              </a:spcBef>
              <a:spcAft>
                <a:spcPts val="0"/>
              </a:spcAft>
              <a:buClr>
                <a:schemeClr val="lt2"/>
              </a:buClr>
              <a:buSzPts val="2900"/>
              <a:buFont typeface="Arial"/>
              <a:buChar char="●"/>
              <a:defRPr sz="2900" b="0" i="0" u="none" strike="noStrike" cap="none">
                <a:solidFill>
                  <a:srgbClr val="000000"/>
                </a:solidFill>
                <a:latin typeface="Arial"/>
                <a:ea typeface="Arial"/>
                <a:cs typeface="Arial"/>
                <a:sym typeface="Arial"/>
              </a:defRPr>
            </a:lvl1pPr>
            <a:lvl2pPr marL="914400" marR="0" lvl="1" indent="-349250" algn="l" rtl="0">
              <a:lnSpc>
                <a:spcPct val="100000"/>
              </a:lnSpc>
              <a:spcBef>
                <a:spcPts val="400"/>
              </a:spcBef>
              <a:spcAft>
                <a:spcPts val="0"/>
              </a:spcAft>
              <a:buClr>
                <a:schemeClr val="lt2"/>
              </a:buClr>
              <a:buSzPts val="1900"/>
              <a:buFont typeface="Arial"/>
              <a:buChar char="●"/>
              <a:defRPr sz="2100" b="0" i="0" u="none" strike="noStrike" cap="none">
                <a:solidFill>
                  <a:srgbClr val="000000"/>
                </a:solidFill>
                <a:latin typeface="Arial"/>
                <a:ea typeface="Arial"/>
                <a:cs typeface="Arial"/>
                <a:sym typeface="Arial"/>
              </a:defRPr>
            </a:lvl2pPr>
            <a:lvl3pPr marL="1371600" marR="0" lvl="2" indent="-311150" algn="l" rtl="0">
              <a:lnSpc>
                <a:spcPct val="100000"/>
              </a:lnSpc>
              <a:spcBef>
                <a:spcPts val="400"/>
              </a:spcBef>
              <a:spcAft>
                <a:spcPts val="0"/>
              </a:spcAft>
              <a:buClr>
                <a:schemeClr val="lt2"/>
              </a:buClr>
              <a:buSzPts val="1300"/>
              <a:buFont typeface="Arial"/>
              <a:buChar char="●"/>
              <a:defRPr sz="1700" b="0" i="0" u="none" strike="noStrike" cap="none">
                <a:solidFill>
                  <a:srgbClr val="000000"/>
                </a:solidFill>
                <a:latin typeface="Arial"/>
                <a:ea typeface="Arial"/>
                <a:cs typeface="Arial"/>
                <a:sym typeface="Arial"/>
              </a:defRPr>
            </a:lvl3pPr>
            <a:lvl4pPr marL="1828800" marR="0" lvl="3" indent="-228600" algn="l" rtl="0">
              <a:lnSpc>
                <a:spcPct val="100000"/>
              </a:lnSpc>
              <a:spcBef>
                <a:spcPts val="800"/>
              </a:spcBef>
              <a:spcAft>
                <a:spcPts val="0"/>
              </a:spcAft>
              <a:buClr>
                <a:srgbClr val="FF0000"/>
              </a:buClr>
              <a:buSzPts val="2400"/>
              <a:buFont typeface="Arial"/>
              <a:buNone/>
              <a:defRPr sz="1600" b="0" i="0" u="none" strike="noStrike" cap="none">
                <a:solidFill>
                  <a:srgbClr val="595959"/>
                </a:solidFill>
                <a:latin typeface="Arial"/>
                <a:ea typeface="Arial"/>
                <a:cs typeface="Arial"/>
                <a:sym typeface="Arial"/>
              </a:defRPr>
            </a:lvl4pPr>
            <a:lvl5pPr marL="2286000" marR="0" lvl="4" indent="-355600" algn="l" rtl="0">
              <a:lnSpc>
                <a:spcPct val="100000"/>
              </a:lnSpc>
              <a:spcBef>
                <a:spcPts val="800"/>
              </a:spcBef>
              <a:spcAft>
                <a:spcPts val="0"/>
              </a:spcAft>
              <a:buClr>
                <a:schemeClr val="lt2"/>
              </a:buClr>
              <a:buSzPts val="2000"/>
              <a:buFont typeface="Arial"/>
              <a:buChar char="•"/>
              <a:defRPr sz="1300" b="0" i="0" u="none" strike="noStrike" cap="none">
                <a:solidFill>
                  <a:srgbClr val="595959"/>
                </a:solidFill>
                <a:latin typeface="Arial"/>
                <a:ea typeface="Arial"/>
                <a:cs typeface="Arial"/>
                <a:sym typeface="Arial"/>
              </a:defRPr>
            </a:lvl5pPr>
            <a:lvl6pPr marL="2743200" marR="0" lvl="5"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6pPr>
            <a:lvl7pPr marL="3200400" marR="0" lvl="6"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7pPr>
            <a:lvl8pPr marL="3657600" marR="0" lvl="7"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8pPr>
            <a:lvl9pPr marL="4114800" marR="0" lvl="8"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9pPr>
          </a:lstStyle>
          <a:p>
            <a:pPr marL="44450" indent="0" algn="ctr">
              <a:buFont typeface="Arial"/>
              <a:buNone/>
            </a:pPr>
            <a:r>
              <a:rPr lang="en-US" sz="1200" b="1" dirty="0">
                <a:solidFill>
                  <a:schemeClr val="tx2"/>
                </a:solidFill>
              </a:rPr>
              <a:t>negative</a:t>
            </a:r>
          </a:p>
        </p:txBody>
      </p:sp>
      <p:sp>
        <p:nvSpPr>
          <p:cNvPr id="81" name="Rectangle 80">
            <a:extLst>
              <a:ext uri="{FF2B5EF4-FFF2-40B4-BE49-F238E27FC236}">
                <a16:creationId xmlns:a16="http://schemas.microsoft.com/office/drawing/2014/main" id="{0A8BE950-DC5C-C137-E589-31CD1C089054}"/>
              </a:ext>
            </a:extLst>
          </p:cNvPr>
          <p:cNvSpPr/>
          <p:nvPr/>
        </p:nvSpPr>
        <p:spPr>
          <a:xfrm>
            <a:off x="7416352" y="2597399"/>
            <a:ext cx="1362686" cy="831601"/>
          </a:xfrm>
          <a:prstGeom prst="rect">
            <a:avLst/>
          </a:prstGeom>
          <a:solidFill>
            <a:schemeClr val="bg1"/>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b="1" dirty="0">
                <a:solidFill>
                  <a:schemeClr val="tx2"/>
                </a:solidFill>
              </a:rPr>
              <a:t>DATA</a:t>
            </a:r>
          </a:p>
          <a:p>
            <a:pPr algn="ctr"/>
            <a:r>
              <a:rPr lang="en-US" sz="2000" b="1" dirty="0">
                <a:solidFill>
                  <a:schemeClr val="tx2"/>
                </a:solidFill>
              </a:rPr>
              <a:t>(label = 1)</a:t>
            </a:r>
            <a:endParaRPr lang="en-SE" sz="2000" b="1" dirty="0">
              <a:solidFill>
                <a:schemeClr val="tx2"/>
              </a:solidFill>
            </a:endParaRPr>
          </a:p>
        </p:txBody>
      </p:sp>
      <p:sp>
        <p:nvSpPr>
          <p:cNvPr id="85" name="Rectangle 84">
            <a:extLst>
              <a:ext uri="{FF2B5EF4-FFF2-40B4-BE49-F238E27FC236}">
                <a16:creationId xmlns:a16="http://schemas.microsoft.com/office/drawing/2014/main" id="{C369A611-07FF-99D3-257C-A539D6E88121}"/>
              </a:ext>
            </a:extLst>
          </p:cNvPr>
          <p:cNvSpPr/>
          <p:nvPr/>
        </p:nvSpPr>
        <p:spPr>
          <a:xfrm>
            <a:off x="7416352" y="4248399"/>
            <a:ext cx="1362686" cy="831601"/>
          </a:xfrm>
          <a:prstGeom prst="rect">
            <a:avLst/>
          </a:prstGeom>
          <a:solidFill>
            <a:schemeClr val="bg1"/>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b="1" dirty="0">
                <a:solidFill>
                  <a:schemeClr val="tx2"/>
                </a:solidFill>
              </a:rPr>
              <a:t>DATA</a:t>
            </a:r>
          </a:p>
          <a:p>
            <a:pPr algn="ctr"/>
            <a:r>
              <a:rPr lang="en-US" sz="2000" b="1" dirty="0">
                <a:solidFill>
                  <a:schemeClr val="tx2"/>
                </a:solidFill>
              </a:rPr>
              <a:t>(label = 0)</a:t>
            </a:r>
            <a:endParaRPr lang="en-SE" sz="2000" b="1" dirty="0">
              <a:solidFill>
                <a:schemeClr val="tx2"/>
              </a:solidFill>
            </a:endParaRPr>
          </a:p>
        </p:txBody>
      </p:sp>
      <p:sp>
        <p:nvSpPr>
          <p:cNvPr id="91" name="Rectangle: Rounded Corners 90">
            <a:extLst>
              <a:ext uri="{FF2B5EF4-FFF2-40B4-BE49-F238E27FC236}">
                <a16:creationId xmlns:a16="http://schemas.microsoft.com/office/drawing/2014/main" id="{105E2FD8-9281-9495-242A-AAADFAAF5FE1}"/>
              </a:ext>
            </a:extLst>
          </p:cNvPr>
          <p:cNvSpPr/>
          <p:nvPr/>
        </p:nvSpPr>
        <p:spPr>
          <a:xfrm>
            <a:off x="9481041" y="3524126"/>
            <a:ext cx="1740567" cy="393544"/>
          </a:xfrm>
          <a:prstGeom prst="roundRect">
            <a:avLst>
              <a:gd name="adj" fmla="val 15522"/>
            </a:avLst>
          </a:prstGeom>
          <a:solidFill>
            <a:schemeClr val="tx2"/>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dirty="0">
                <a:solidFill>
                  <a:schemeClr val="bg1"/>
                </a:solidFill>
                <a:latin typeface="+mj-lt"/>
              </a:rPr>
              <a:t>FF Model</a:t>
            </a:r>
            <a:endParaRPr lang="en-SE" sz="2400" dirty="0">
              <a:solidFill>
                <a:schemeClr val="bg1"/>
              </a:solidFill>
              <a:latin typeface="+mj-lt"/>
            </a:endParaRPr>
          </a:p>
        </p:txBody>
      </p:sp>
      <p:cxnSp>
        <p:nvCxnSpPr>
          <p:cNvPr id="92" name="Connector: Curved 91">
            <a:extLst>
              <a:ext uri="{FF2B5EF4-FFF2-40B4-BE49-F238E27FC236}">
                <a16:creationId xmlns:a16="http://schemas.microsoft.com/office/drawing/2014/main" id="{BF424FF0-8F0B-5A8D-D130-CA07BA387CD4}"/>
              </a:ext>
            </a:extLst>
          </p:cNvPr>
          <p:cNvCxnSpPr>
            <a:cxnSpLocks/>
            <a:stCxn id="81" idx="3"/>
            <a:endCxn id="91" idx="0"/>
          </p:cNvCxnSpPr>
          <p:nvPr/>
        </p:nvCxnSpPr>
        <p:spPr>
          <a:xfrm>
            <a:off x="8779038" y="3013200"/>
            <a:ext cx="1572287" cy="510926"/>
          </a:xfrm>
          <a:prstGeom prst="curvedConnector2">
            <a:avLst/>
          </a:prstGeom>
          <a:ln w="50800">
            <a:solidFill>
              <a:schemeClr val="tx2"/>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93" name="Connector: Curved 92">
            <a:extLst>
              <a:ext uri="{FF2B5EF4-FFF2-40B4-BE49-F238E27FC236}">
                <a16:creationId xmlns:a16="http://schemas.microsoft.com/office/drawing/2014/main" id="{D37E2061-0791-64F9-0972-9B75CC684D0C}"/>
              </a:ext>
            </a:extLst>
          </p:cNvPr>
          <p:cNvCxnSpPr>
            <a:cxnSpLocks/>
            <a:stCxn id="85" idx="3"/>
            <a:endCxn id="91" idx="2"/>
          </p:cNvCxnSpPr>
          <p:nvPr/>
        </p:nvCxnSpPr>
        <p:spPr>
          <a:xfrm flipV="1">
            <a:off x="8779038" y="3917670"/>
            <a:ext cx="1572287" cy="746530"/>
          </a:xfrm>
          <a:prstGeom prst="curvedConnector2">
            <a:avLst/>
          </a:prstGeom>
          <a:ln w="50800">
            <a:solidFill>
              <a:schemeClr val="tx2"/>
            </a:solidFill>
            <a:tailEnd type="stealth" w="lg" len="lg"/>
          </a:ln>
        </p:spPr>
        <p:style>
          <a:lnRef idx="1">
            <a:schemeClr val="accent1"/>
          </a:lnRef>
          <a:fillRef idx="0">
            <a:schemeClr val="accent1"/>
          </a:fillRef>
          <a:effectRef idx="0">
            <a:schemeClr val="accent1"/>
          </a:effectRef>
          <a:fontRef idx="minor">
            <a:schemeClr val="tx1"/>
          </a:fontRef>
        </p:style>
      </p:cxnSp>
      <p:sp>
        <p:nvSpPr>
          <p:cNvPr id="94" name="Text Placeholder 1">
            <a:extLst>
              <a:ext uri="{FF2B5EF4-FFF2-40B4-BE49-F238E27FC236}">
                <a16:creationId xmlns:a16="http://schemas.microsoft.com/office/drawing/2014/main" id="{E20CF362-C73E-321E-3953-1ECD0EA5A9CC}"/>
              </a:ext>
            </a:extLst>
          </p:cNvPr>
          <p:cNvSpPr txBox="1">
            <a:spLocks/>
          </p:cNvSpPr>
          <p:nvPr/>
        </p:nvSpPr>
        <p:spPr>
          <a:xfrm>
            <a:off x="9030971" y="2859807"/>
            <a:ext cx="1362686" cy="350493"/>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412750" algn="l" rtl="0">
              <a:lnSpc>
                <a:spcPct val="100000"/>
              </a:lnSpc>
              <a:spcBef>
                <a:spcPts val="0"/>
              </a:spcBef>
              <a:spcAft>
                <a:spcPts val="0"/>
              </a:spcAft>
              <a:buClr>
                <a:schemeClr val="lt2"/>
              </a:buClr>
              <a:buSzPts val="2900"/>
              <a:buFont typeface="Arial"/>
              <a:buChar char="●"/>
              <a:defRPr sz="2900" b="0" i="0" u="none" strike="noStrike" cap="none">
                <a:solidFill>
                  <a:srgbClr val="000000"/>
                </a:solidFill>
                <a:latin typeface="Arial"/>
                <a:ea typeface="Arial"/>
                <a:cs typeface="Arial"/>
                <a:sym typeface="Arial"/>
              </a:defRPr>
            </a:lvl1pPr>
            <a:lvl2pPr marL="914400" marR="0" lvl="1" indent="-349250" algn="l" rtl="0">
              <a:lnSpc>
                <a:spcPct val="100000"/>
              </a:lnSpc>
              <a:spcBef>
                <a:spcPts val="400"/>
              </a:spcBef>
              <a:spcAft>
                <a:spcPts val="0"/>
              </a:spcAft>
              <a:buClr>
                <a:schemeClr val="lt2"/>
              </a:buClr>
              <a:buSzPts val="1900"/>
              <a:buFont typeface="Arial"/>
              <a:buChar char="●"/>
              <a:defRPr sz="2100" b="0" i="0" u="none" strike="noStrike" cap="none">
                <a:solidFill>
                  <a:srgbClr val="000000"/>
                </a:solidFill>
                <a:latin typeface="Arial"/>
                <a:ea typeface="Arial"/>
                <a:cs typeface="Arial"/>
                <a:sym typeface="Arial"/>
              </a:defRPr>
            </a:lvl2pPr>
            <a:lvl3pPr marL="1371600" marR="0" lvl="2" indent="-311150" algn="l" rtl="0">
              <a:lnSpc>
                <a:spcPct val="100000"/>
              </a:lnSpc>
              <a:spcBef>
                <a:spcPts val="400"/>
              </a:spcBef>
              <a:spcAft>
                <a:spcPts val="0"/>
              </a:spcAft>
              <a:buClr>
                <a:schemeClr val="lt2"/>
              </a:buClr>
              <a:buSzPts val="1300"/>
              <a:buFont typeface="Arial"/>
              <a:buChar char="●"/>
              <a:defRPr sz="1700" b="0" i="0" u="none" strike="noStrike" cap="none">
                <a:solidFill>
                  <a:srgbClr val="000000"/>
                </a:solidFill>
                <a:latin typeface="Arial"/>
                <a:ea typeface="Arial"/>
                <a:cs typeface="Arial"/>
                <a:sym typeface="Arial"/>
              </a:defRPr>
            </a:lvl3pPr>
            <a:lvl4pPr marL="1828800" marR="0" lvl="3" indent="-228600" algn="l" rtl="0">
              <a:lnSpc>
                <a:spcPct val="100000"/>
              </a:lnSpc>
              <a:spcBef>
                <a:spcPts val="800"/>
              </a:spcBef>
              <a:spcAft>
                <a:spcPts val="0"/>
              </a:spcAft>
              <a:buClr>
                <a:srgbClr val="FF0000"/>
              </a:buClr>
              <a:buSzPts val="2400"/>
              <a:buFont typeface="Arial"/>
              <a:buNone/>
              <a:defRPr sz="1600" b="0" i="0" u="none" strike="noStrike" cap="none">
                <a:solidFill>
                  <a:srgbClr val="595959"/>
                </a:solidFill>
                <a:latin typeface="Arial"/>
                <a:ea typeface="Arial"/>
                <a:cs typeface="Arial"/>
                <a:sym typeface="Arial"/>
              </a:defRPr>
            </a:lvl4pPr>
            <a:lvl5pPr marL="2286000" marR="0" lvl="4" indent="-355600" algn="l" rtl="0">
              <a:lnSpc>
                <a:spcPct val="100000"/>
              </a:lnSpc>
              <a:spcBef>
                <a:spcPts val="800"/>
              </a:spcBef>
              <a:spcAft>
                <a:spcPts val="0"/>
              </a:spcAft>
              <a:buClr>
                <a:schemeClr val="lt2"/>
              </a:buClr>
              <a:buSzPts val="2000"/>
              <a:buFont typeface="Arial"/>
              <a:buChar char="•"/>
              <a:defRPr sz="1300" b="0" i="0" u="none" strike="noStrike" cap="none">
                <a:solidFill>
                  <a:srgbClr val="595959"/>
                </a:solidFill>
                <a:latin typeface="Arial"/>
                <a:ea typeface="Arial"/>
                <a:cs typeface="Arial"/>
                <a:sym typeface="Arial"/>
              </a:defRPr>
            </a:lvl5pPr>
            <a:lvl6pPr marL="2743200" marR="0" lvl="5"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6pPr>
            <a:lvl7pPr marL="3200400" marR="0" lvl="6"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7pPr>
            <a:lvl8pPr marL="3657600" marR="0" lvl="7"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8pPr>
            <a:lvl9pPr marL="4114800" marR="0" lvl="8"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9pPr>
          </a:lstStyle>
          <a:p>
            <a:pPr marL="44450" indent="0" algn="ctr">
              <a:buFont typeface="Arial"/>
              <a:buNone/>
            </a:pPr>
            <a:r>
              <a:rPr lang="en-US" sz="1200" b="1" dirty="0">
                <a:solidFill>
                  <a:schemeClr val="tx2"/>
                </a:solidFill>
              </a:rPr>
              <a:t>positive</a:t>
            </a:r>
          </a:p>
        </p:txBody>
      </p:sp>
      <p:sp>
        <p:nvSpPr>
          <p:cNvPr id="95" name="Text Placeholder 1">
            <a:extLst>
              <a:ext uri="{FF2B5EF4-FFF2-40B4-BE49-F238E27FC236}">
                <a16:creationId xmlns:a16="http://schemas.microsoft.com/office/drawing/2014/main" id="{76A354AC-5662-2417-3D27-6A182E7DB5C0}"/>
              </a:ext>
            </a:extLst>
          </p:cNvPr>
          <p:cNvSpPr txBox="1">
            <a:spLocks/>
          </p:cNvSpPr>
          <p:nvPr/>
        </p:nvSpPr>
        <p:spPr>
          <a:xfrm>
            <a:off x="9030971" y="4130270"/>
            <a:ext cx="1362686" cy="350493"/>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412750" algn="l" rtl="0">
              <a:lnSpc>
                <a:spcPct val="100000"/>
              </a:lnSpc>
              <a:spcBef>
                <a:spcPts val="0"/>
              </a:spcBef>
              <a:spcAft>
                <a:spcPts val="0"/>
              </a:spcAft>
              <a:buClr>
                <a:schemeClr val="lt2"/>
              </a:buClr>
              <a:buSzPts val="2900"/>
              <a:buFont typeface="Arial"/>
              <a:buChar char="●"/>
              <a:defRPr sz="2900" b="0" i="0" u="none" strike="noStrike" cap="none">
                <a:solidFill>
                  <a:srgbClr val="000000"/>
                </a:solidFill>
                <a:latin typeface="Arial"/>
                <a:ea typeface="Arial"/>
                <a:cs typeface="Arial"/>
                <a:sym typeface="Arial"/>
              </a:defRPr>
            </a:lvl1pPr>
            <a:lvl2pPr marL="914400" marR="0" lvl="1" indent="-349250" algn="l" rtl="0">
              <a:lnSpc>
                <a:spcPct val="100000"/>
              </a:lnSpc>
              <a:spcBef>
                <a:spcPts val="400"/>
              </a:spcBef>
              <a:spcAft>
                <a:spcPts val="0"/>
              </a:spcAft>
              <a:buClr>
                <a:schemeClr val="lt2"/>
              </a:buClr>
              <a:buSzPts val="1900"/>
              <a:buFont typeface="Arial"/>
              <a:buChar char="●"/>
              <a:defRPr sz="2100" b="0" i="0" u="none" strike="noStrike" cap="none">
                <a:solidFill>
                  <a:srgbClr val="000000"/>
                </a:solidFill>
                <a:latin typeface="Arial"/>
                <a:ea typeface="Arial"/>
                <a:cs typeface="Arial"/>
                <a:sym typeface="Arial"/>
              </a:defRPr>
            </a:lvl2pPr>
            <a:lvl3pPr marL="1371600" marR="0" lvl="2" indent="-311150" algn="l" rtl="0">
              <a:lnSpc>
                <a:spcPct val="100000"/>
              </a:lnSpc>
              <a:spcBef>
                <a:spcPts val="400"/>
              </a:spcBef>
              <a:spcAft>
                <a:spcPts val="0"/>
              </a:spcAft>
              <a:buClr>
                <a:schemeClr val="lt2"/>
              </a:buClr>
              <a:buSzPts val="1300"/>
              <a:buFont typeface="Arial"/>
              <a:buChar char="●"/>
              <a:defRPr sz="1700" b="0" i="0" u="none" strike="noStrike" cap="none">
                <a:solidFill>
                  <a:srgbClr val="000000"/>
                </a:solidFill>
                <a:latin typeface="Arial"/>
                <a:ea typeface="Arial"/>
                <a:cs typeface="Arial"/>
                <a:sym typeface="Arial"/>
              </a:defRPr>
            </a:lvl3pPr>
            <a:lvl4pPr marL="1828800" marR="0" lvl="3" indent="-228600" algn="l" rtl="0">
              <a:lnSpc>
                <a:spcPct val="100000"/>
              </a:lnSpc>
              <a:spcBef>
                <a:spcPts val="800"/>
              </a:spcBef>
              <a:spcAft>
                <a:spcPts val="0"/>
              </a:spcAft>
              <a:buClr>
                <a:srgbClr val="FF0000"/>
              </a:buClr>
              <a:buSzPts val="2400"/>
              <a:buFont typeface="Arial"/>
              <a:buNone/>
              <a:defRPr sz="1600" b="0" i="0" u="none" strike="noStrike" cap="none">
                <a:solidFill>
                  <a:srgbClr val="595959"/>
                </a:solidFill>
                <a:latin typeface="Arial"/>
                <a:ea typeface="Arial"/>
                <a:cs typeface="Arial"/>
                <a:sym typeface="Arial"/>
              </a:defRPr>
            </a:lvl4pPr>
            <a:lvl5pPr marL="2286000" marR="0" lvl="4" indent="-355600" algn="l" rtl="0">
              <a:lnSpc>
                <a:spcPct val="100000"/>
              </a:lnSpc>
              <a:spcBef>
                <a:spcPts val="800"/>
              </a:spcBef>
              <a:spcAft>
                <a:spcPts val="0"/>
              </a:spcAft>
              <a:buClr>
                <a:schemeClr val="lt2"/>
              </a:buClr>
              <a:buSzPts val="2000"/>
              <a:buFont typeface="Arial"/>
              <a:buChar char="•"/>
              <a:defRPr sz="1300" b="0" i="0" u="none" strike="noStrike" cap="none">
                <a:solidFill>
                  <a:srgbClr val="595959"/>
                </a:solidFill>
                <a:latin typeface="Arial"/>
                <a:ea typeface="Arial"/>
                <a:cs typeface="Arial"/>
                <a:sym typeface="Arial"/>
              </a:defRPr>
            </a:lvl5pPr>
            <a:lvl6pPr marL="2743200" marR="0" lvl="5"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6pPr>
            <a:lvl7pPr marL="3200400" marR="0" lvl="6"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7pPr>
            <a:lvl8pPr marL="3657600" marR="0" lvl="7"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8pPr>
            <a:lvl9pPr marL="4114800" marR="0" lvl="8"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9pPr>
          </a:lstStyle>
          <a:p>
            <a:pPr marL="44450" indent="0" algn="ctr">
              <a:buFont typeface="Arial"/>
              <a:buNone/>
            </a:pPr>
            <a:r>
              <a:rPr lang="en-US" sz="1200" b="1" dirty="0">
                <a:solidFill>
                  <a:schemeClr val="tx2"/>
                </a:solidFill>
              </a:rPr>
              <a:t>negative</a:t>
            </a:r>
          </a:p>
        </p:txBody>
      </p:sp>
      <p:sp>
        <p:nvSpPr>
          <p:cNvPr id="103" name="Text Placeholder 1">
            <a:extLst>
              <a:ext uri="{FF2B5EF4-FFF2-40B4-BE49-F238E27FC236}">
                <a16:creationId xmlns:a16="http://schemas.microsoft.com/office/drawing/2014/main" id="{07B79875-440C-51A0-2C0E-491AAD85E811}"/>
              </a:ext>
            </a:extLst>
          </p:cNvPr>
          <p:cNvSpPr txBox="1">
            <a:spLocks/>
          </p:cNvSpPr>
          <p:nvPr/>
        </p:nvSpPr>
        <p:spPr>
          <a:xfrm>
            <a:off x="826553" y="5698123"/>
            <a:ext cx="2735859" cy="303844"/>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412750" algn="l" rtl="0">
              <a:lnSpc>
                <a:spcPct val="100000"/>
              </a:lnSpc>
              <a:spcBef>
                <a:spcPts val="0"/>
              </a:spcBef>
              <a:spcAft>
                <a:spcPts val="0"/>
              </a:spcAft>
              <a:buClr>
                <a:schemeClr val="lt2"/>
              </a:buClr>
              <a:buSzPts val="2900"/>
              <a:buFont typeface="Arial"/>
              <a:buChar char="●"/>
              <a:defRPr sz="2900" b="0" i="0" u="none" strike="noStrike" cap="none">
                <a:solidFill>
                  <a:srgbClr val="000000"/>
                </a:solidFill>
                <a:latin typeface="Arial"/>
                <a:ea typeface="Arial"/>
                <a:cs typeface="Arial"/>
                <a:sym typeface="Arial"/>
              </a:defRPr>
            </a:lvl1pPr>
            <a:lvl2pPr marL="914400" marR="0" lvl="1" indent="-349250" algn="l" rtl="0">
              <a:lnSpc>
                <a:spcPct val="100000"/>
              </a:lnSpc>
              <a:spcBef>
                <a:spcPts val="400"/>
              </a:spcBef>
              <a:spcAft>
                <a:spcPts val="0"/>
              </a:spcAft>
              <a:buClr>
                <a:schemeClr val="lt2"/>
              </a:buClr>
              <a:buSzPts val="1900"/>
              <a:buFont typeface="Arial"/>
              <a:buChar char="●"/>
              <a:defRPr sz="2100" b="0" i="0" u="none" strike="noStrike" cap="none">
                <a:solidFill>
                  <a:srgbClr val="000000"/>
                </a:solidFill>
                <a:latin typeface="Arial"/>
                <a:ea typeface="Arial"/>
                <a:cs typeface="Arial"/>
                <a:sym typeface="Arial"/>
              </a:defRPr>
            </a:lvl2pPr>
            <a:lvl3pPr marL="1371600" marR="0" lvl="2" indent="-311150" algn="l" rtl="0">
              <a:lnSpc>
                <a:spcPct val="100000"/>
              </a:lnSpc>
              <a:spcBef>
                <a:spcPts val="400"/>
              </a:spcBef>
              <a:spcAft>
                <a:spcPts val="0"/>
              </a:spcAft>
              <a:buClr>
                <a:schemeClr val="lt2"/>
              </a:buClr>
              <a:buSzPts val="1300"/>
              <a:buFont typeface="Arial"/>
              <a:buChar char="●"/>
              <a:defRPr sz="1700" b="0" i="0" u="none" strike="noStrike" cap="none">
                <a:solidFill>
                  <a:srgbClr val="000000"/>
                </a:solidFill>
                <a:latin typeface="Arial"/>
                <a:ea typeface="Arial"/>
                <a:cs typeface="Arial"/>
                <a:sym typeface="Arial"/>
              </a:defRPr>
            </a:lvl3pPr>
            <a:lvl4pPr marL="1828800" marR="0" lvl="3" indent="-228600" algn="l" rtl="0">
              <a:lnSpc>
                <a:spcPct val="100000"/>
              </a:lnSpc>
              <a:spcBef>
                <a:spcPts val="800"/>
              </a:spcBef>
              <a:spcAft>
                <a:spcPts val="0"/>
              </a:spcAft>
              <a:buClr>
                <a:srgbClr val="FF0000"/>
              </a:buClr>
              <a:buSzPts val="2400"/>
              <a:buFont typeface="Arial"/>
              <a:buNone/>
              <a:defRPr sz="1600" b="0" i="0" u="none" strike="noStrike" cap="none">
                <a:solidFill>
                  <a:srgbClr val="595959"/>
                </a:solidFill>
                <a:latin typeface="Arial"/>
                <a:ea typeface="Arial"/>
                <a:cs typeface="Arial"/>
                <a:sym typeface="Arial"/>
              </a:defRPr>
            </a:lvl4pPr>
            <a:lvl5pPr marL="2286000" marR="0" lvl="4" indent="-355600" algn="l" rtl="0">
              <a:lnSpc>
                <a:spcPct val="100000"/>
              </a:lnSpc>
              <a:spcBef>
                <a:spcPts val="800"/>
              </a:spcBef>
              <a:spcAft>
                <a:spcPts val="0"/>
              </a:spcAft>
              <a:buClr>
                <a:schemeClr val="lt2"/>
              </a:buClr>
              <a:buSzPts val="2000"/>
              <a:buFont typeface="Arial"/>
              <a:buChar char="•"/>
              <a:defRPr sz="1300" b="0" i="0" u="none" strike="noStrike" cap="none">
                <a:solidFill>
                  <a:srgbClr val="595959"/>
                </a:solidFill>
                <a:latin typeface="Arial"/>
                <a:ea typeface="Arial"/>
                <a:cs typeface="Arial"/>
                <a:sym typeface="Arial"/>
              </a:defRPr>
            </a:lvl5pPr>
            <a:lvl6pPr marL="2743200" marR="0" lvl="5"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6pPr>
            <a:lvl7pPr marL="3200400" marR="0" lvl="6"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7pPr>
            <a:lvl8pPr marL="3657600" marR="0" lvl="7"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8pPr>
            <a:lvl9pPr marL="4114800" marR="0" lvl="8"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9pPr>
          </a:lstStyle>
          <a:p>
            <a:pPr marL="44450" indent="0">
              <a:buFont typeface="Arial"/>
              <a:buNone/>
            </a:pPr>
            <a:r>
              <a:rPr lang="en-US" sz="2000" b="1" dirty="0">
                <a:solidFill>
                  <a:schemeClr val="tx2"/>
                </a:solidFill>
              </a:rPr>
              <a:t>C</a:t>
            </a:r>
            <a:r>
              <a:rPr lang="en-US" altLang="zh-CN" sz="2000" b="1" dirty="0">
                <a:solidFill>
                  <a:schemeClr val="tx2"/>
                </a:solidFill>
              </a:rPr>
              <a:t>lassical FF Model</a:t>
            </a:r>
            <a:endParaRPr lang="en-US" sz="2000" b="1" dirty="0">
              <a:solidFill>
                <a:schemeClr val="tx2"/>
              </a:solidFill>
            </a:endParaRPr>
          </a:p>
        </p:txBody>
      </p:sp>
      <p:sp>
        <p:nvSpPr>
          <p:cNvPr id="104" name="Text Placeholder 1">
            <a:extLst>
              <a:ext uri="{FF2B5EF4-FFF2-40B4-BE49-F238E27FC236}">
                <a16:creationId xmlns:a16="http://schemas.microsoft.com/office/drawing/2014/main" id="{1EBE70A1-FAA2-6ECC-F167-6F545CF8791E}"/>
              </a:ext>
            </a:extLst>
          </p:cNvPr>
          <p:cNvSpPr txBox="1">
            <a:spLocks/>
          </p:cNvSpPr>
          <p:nvPr/>
        </p:nvSpPr>
        <p:spPr>
          <a:xfrm>
            <a:off x="7138453" y="5698123"/>
            <a:ext cx="2735859" cy="303844"/>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412750" algn="l" rtl="0">
              <a:lnSpc>
                <a:spcPct val="100000"/>
              </a:lnSpc>
              <a:spcBef>
                <a:spcPts val="0"/>
              </a:spcBef>
              <a:spcAft>
                <a:spcPts val="0"/>
              </a:spcAft>
              <a:buClr>
                <a:schemeClr val="lt2"/>
              </a:buClr>
              <a:buSzPts val="2900"/>
              <a:buFont typeface="Arial"/>
              <a:buChar char="●"/>
              <a:defRPr sz="2900" b="0" i="0" u="none" strike="noStrike" cap="none">
                <a:solidFill>
                  <a:srgbClr val="000000"/>
                </a:solidFill>
                <a:latin typeface="Arial"/>
                <a:ea typeface="Arial"/>
                <a:cs typeface="Arial"/>
                <a:sym typeface="Arial"/>
              </a:defRPr>
            </a:lvl1pPr>
            <a:lvl2pPr marL="914400" marR="0" lvl="1" indent="-349250" algn="l" rtl="0">
              <a:lnSpc>
                <a:spcPct val="100000"/>
              </a:lnSpc>
              <a:spcBef>
                <a:spcPts val="400"/>
              </a:spcBef>
              <a:spcAft>
                <a:spcPts val="0"/>
              </a:spcAft>
              <a:buClr>
                <a:schemeClr val="lt2"/>
              </a:buClr>
              <a:buSzPts val="1900"/>
              <a:buFont typeface="Arial"/>
              <a:buChar char="●"/>
              <a:defRPr sz="2100" b="0" i="0" u="none" strike="noStrike" cap="none">
                <a:solidFill>
                  <a:srgbClr val="000000"/>
                </a:solidFill>
                <a:latin typeface="Arial"/>
                <a:ea typeface="Arial"/>
                <a:cs typeface="Arial"/>
                <a:sym typeface="Arial"/>
              </a:defRPr>
            </a:lvl2pPr>
            <a:lvl3pPr marL="1371600" marR="0" lvl="2" indent="-311150" algn="l" rtl="0">
              <a:lnSpc>
                <a:spcPct val="100000"/>
              </a:lnSpc>
              <a:spcBef>
                <a:spcPts val="400"/>
              </a:spcBef>
              <a:spcAft>
                <a:spcPts val="0"/>
              </a:spcAft>
              <a:buClr>
                <a:schemeClr val="lt2"/>
              </a:buClr>
              <a:buSzPts val="1300"/>
              <a:buFont typeface="Arial"/>
              <a:buChar char="●"/>
              <a:defRPr sz="1700" b="0" i="0" u="none" strike="noStrike" cap="none">
                <a:solidFill>
                  <a:srgbClr val="000000"/>
                </a:solidFill>
                <a:latin typeface="Arial"/>
                <a:ea typeface="Arial"/>
                <a:cs typeface="Arial"/>
                <a:sym typeface="Arial"/>
              </a:defRPr>
            </a:lvl3pPr>
            <a:lvl4pPr marL="1828800" marR="0" lvl="3" indent="-228600" algn="l" rtl="0">
              <a:lnSpc>
                <a:spcPct val="100000"/>
              </a:lnSpc>
              <a:spcBef>
                <a:spcPts val="800"/>
              </a:spcBef>
              <a:spcAft>
                <a:spcPts val="0"/>
              </a:spcAft>
              <a:buClr>
                <a:srgbClr val="FF0000"/>
              </a:buClr>
              <a:buSzPts val="2400"/>
              <a:buFont typeface="Arial"/>
              <a:buNone/>
              <a:defRPr sz="1600" b="0" i="0" u="none" strike="noStrike" cap="none">
                <a:solidFill>
                  <a:srgbClr val="595959"/>
                </a:solidFill>
                <a:latin typeface="Arial"/>
                <a:ea typeface="Arial"/>
                <a:cs typeface="Arial"/>
                <a:sym typeface="Arial"/>
              </a:defRPr>
            </a:lvl4pPr>
            <a:lvl5pPr marL="2286000" marR="0" lvl="4" indent="-355600" algn="l" rtl="0">
              <a:lnSpc>
                <a:spcPct val="100000"/>
              </a:lnSpc>
              <a:spcBef>
                <a:spcPts val="800"/>
              </a:spcBef>
              <a:spcAft>
                <a:spcPts val="0"/>
              </a:spcAft>
              <a:buClr>
                <a:schemeClr val="lt2"/>
              </a:buClr>
              <a:buSzPts val="2000"/>
              <a:buFont typeface="Arial"/>
              <a:buChar char="•"/>
              <a:defRPr sz="1300" b="0" i="0" u="none" strike="noStrike" cap="none">
                <a:solidFill>
                  <a:srgbClr val="595959"/>
                </a:solidFill>
                <a:latin typeface="Arial"/>
                <a:ea typeface="Arial"/>
                <a:cs typeface="Arial"/>
                <a:sym typeface="Arial"/>
              </a:defRPr>
            </a:lvl5pPr>
            <a:lvl6pPr marL="2743200" marR="0" lvl="5"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6pPr>
            <a:lvl7pPr marL="3200400" marR="0" lvl="6"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7pPr>
            <a:lvl8pPr marL="3657600" marR="0" lvl="7"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8pPr>
            <a:lvl9pPr marL="4114800" marR="0" lvl="8"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9pPr>
          </a:lstStyle>
          <a:p>
            <a:pPr marL="44450" indent="0">
              <a:buFont typeface="Arial"/>
              <a:buNone/>
            </a:pPr>
            <a:r>
              <a:rPr lang="en-US" sz="2000" b="1" dirty="0">
                <a:solidFill>
                  <a:schemeClr val="tx2"/>
                </a:solidFill>
              </a:rPr>
              <a:t>Binary</a:t>
            </a:r>
            <a:r>
              <a:rPr lang="en-US" altLang="zh-CN" sz="2000" b="1" dirty="0">
                <a:solidFill>
                  <a:schemeClr val="tx2"/>
                </a:solidFill>
              </a:rPr>
              <a:t> FF Model</a:t>
            </a:r>
            <a:endParaRPr lang="en-US" sz="2000" b="1" dirty="0">
              <a:solidFill>
                <a:schemeClr val="tx2"/>
              </a:solidFill>
            </a:endParaRPr>
          </a:p>
        </p:txBody>
      </p:sp>
    </p:spTree>
    <p:extLst>
      <p:ext uri="{BB962C8B-B14F-4D97-AF65-F5344CB8AC3E}">
        <p14:creationId xmlns:p14="http://schemas.microsoft.com/office/powerpoint/2010/main" val="25169580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2" name="Picture 10">
            <a:extLst>
              <a:ext uri="{FF2B5EF4-FFF2-40B4-BE49-F238E27FC236}">
                <a16:creationId xmlns:a16="http://schemas.microsoft.com/office/drawing/2014/main" id="{E4066131-3B9B-52D0-E768-CB3962935D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79249" y="4471968"/>
            <a:ext cx="2694930" cy="215309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908650E6-64CE-C9A2-7358-25BBA33B25BD}"/>
              </a:ext>
            </a:extLst>
          </p:cNvPr>
          <p:cNvSpPr>
            <a:spLocks noGrp="1"/>
          </p:cNvSpPr>
          <p:nvPr>
            <p:ph type="title"/>
          </p:nvPr>
        </p:nvSpPr>
        <p:spPr/>
        <p:txBody>
          <a:bodyPr/>
          <a:lstStyle/>
          <a:p>
            <a:r>
              <a:rPr lang="en-US" dirty="0"/>
              <a:t>Results</a:t>
            </a:r>
            <a:endParaRPr lang="en-SE" dirty="0"/>
          </a:p>
        </p:txBody>
      </p:sp>
      <p:sp>
        <p:nvSpPr>
          <p:cNvPr id="4" name="Slide Number Placeholder 3">
            <a:extLst>
              <a:ext uri="{FF2B5EF4-FFF2-40B4-BE49-F238E27FC236}">
                <a16:creationId xmlns:a16="http://schemas.microsoft.com/office/drawing/2014/main" id="{66A7C273-E0D1-D781-7306-DB8DFAB6991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pic>
        <p:nvPicPr>
          <p:cNvPr id="3074" name="Picture 2">
            <a:extLst>
              <a:ext uri="{FF2B5EF4-FFF2-40B4-BE49-F238E27FC236}">
                <a16:creationId xmlns:a16="http://schemas.microsoft.com/office/drawing/2014/main" id="{7F018242-B046-492E-D9AF-5DC586BE9F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293" y="1345339"/>
            <a:ext cx="4995862" cy="2929569"/>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54862F54-C2F5-8D8F-F31D-6824682D24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83253" y="1332216"/>
            <a:ext cx="4995863" cy="2942692"/>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03A7EF53-33FF-973C-306A-DA0C39CA98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27432" y="4471968"/>
            <a:ext cx="2665754" cy="2203625"/>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a:extLst>
              <a:ext uri="{FF2B5EF4-FFF2-40B4-BE49-F238E27FC236}">
                <a16:creationId xmlns:a16="http://schemas.microsoft.com/office/drawing/2014/main" id="{75ECD7F8-3B04-A5FB-530C-B84593265F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081" y="4406948"/>
            <a:ext cx="2665754" cy="2203625"/>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a:extLst>
              <a:ext uri="{FF2B5EF4-FFF2-40B4-BE49-F238E27FC236}">
                <a16:creationId xmlns:a16="http://schemas.microsoft.com/office/drawing/2014/main" id="{47A7CD4B-2BC4-DEA3-6AAE-080A82D667E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60817" y="4430053"/>
            <a:ext cx="2700338" cy="2157413"/>
          </a:xfrm>
          <a:prstGeom prst="rect">
            <a:avLst/>
          </a:prstGeom>
          <a:noFill/>
          <a:extLst>
            <a:ext uri="{909E8E84-426E-40DD-AFC4-6F175D3DCCD1}">
              <a14:hiddenFill xmlns:a14="http://schemas.microsoft.com/office/drawing/2010/main">
                <a:solidFill>
                  <a:srgbClr val="FFFFFF"/>
                </a:solidFill>
              </a14:hiddenFill>
            </a:ext>
          </a:extLst>
        </p:spPr>
      </p:pic>
      <p:sp>
        <p:nvSpPr>
          <p:cNvPr id="105" name="Text Placeholder 1">
            <a:extLst>
              <a:ext uri="{FF2B5EF4-FFF2-40B4-BE49-F238E27FC236}">
                <a16:creationId xmlns:a16="http://schemas.microsoft.com/office/drawing/2014/main" id="{0484EA61-08E8-DA52-9516-4D7607BB5FD6}"/>
              </a:ext>
            </a:extLst>
          </p:cNvPr>
          <p:cNvSpPr txBox="1">
            <a:spLocks/>
          </p:cNvSpPr>
          <p:nvPr/>
        </p:nvSpPr>
        <p:spPr>
          <a:xfrm>
            <a:off x="3360141" y="2651640"/>
            <a:ext cx="2735859" cy="303844"/>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412750" algn="l" rtl="0">
              <a:lnSpc>
                <a:spcPct val="100000"/>
              </a:lnSpc>
              <a:spcBef>
                <a:spcPts val="0"/>
              </a:spcBef>
              <a:spcAft>
                <a:spcPts val="0"/>
              </a:spcAft>
              <a:buClr>
                <a:schemeClr val="lt2"/>
              </a:buClr>
              <a:buSzPts val="2900"/>
              <a:buFont typeface="Arial"/>
              <a:buChar char="●"/>
              <a:defRPr sz="2900" b="0" i="0" u="none" strike="noStrike" cap="none">
                <a:solidFill>
                  <a:srgbClr val="000000"/>
                </a:solidFill>
                <a:latin typeface="Arial"/>
                <a:ea typeface="Arial"/>
                <a:cs typeface="Arial"/>
                <a:sym typeface="Arial"/>
              </a:defRPr>
            </a:lvl1pPr>
            <a:lvl2pPr marL="914400" marR="0" lvl="1" indent="-349250" algn="l" rtl="0">
              <a:lnSpc>
                <a:spcPct val="100000"/>
              </a:lnSpc>
              <a:spcBef>
                <a:spcPts val="400"/>
              </a:spcBef>
              <a:spcAft>
                <a:spcPts val="0"/>
              </a:spcAft>
              <a:buClr>
                <a:schemeClr val="lt2"/>
              </a:buClr>
              <a:buSzPts val="1900"/>
              <a:buFont typeface="Arial"/>
              <a:buChar char="●"/>
              <a:defRPr sz="2100" b="0" i="0" u="none" strike="noStrike" cap="none">
                <a:solidFill>
                  <a:srgbClr val="000000"/>
                </a:solidFill>
                <a:latin typeface="Arial"/>
                <a:ea typeface="Arial"/>
                <a:cs typeface="Arial"/>
                <a:sym typeface="Arial"/>
              </a:defRPr>
            </a:lvl2pPr>
            <a:lvl3pPr marL="1371600" marR="0" lvl="2" indent="-311150" algn="l" rtl="0">
              <a:lnSpc>
                <a:spcPct val="100000"/>
              </a:lnSpc>
              <a:spcBef>
                <a:spcPts val="400"/>
              </a:spcBef>
              <a:spcAft>
                <a:spcPts val="0"/>
              </a:spcAft>
              <a:buClr>
                <a:schemeClr val="lt2"/>
              </a:buClr>
              <a:buSzPts val="1300"/>
              <a:buFont typeface="Arial"/>
              <a:buChar char="●"/>
              <a:defRPr sz="1700" b="0" i="0" u="none" strike="noStrike" cap="none">
                <a:solidFill>
                  <a:srgbClr val="000000"/>
                </a:solidFill>
                <a:latin typeface="Arial"/>
                <a:ea typeface="Arial"/>
                <a:cs typeface="Arial"/>
                <a:sym typeface="Arial"/>
              </a:defRPr>
            </a:lvl3pPr>
            <a:lvl4pPr marL="1828800" marR="0" lvl="3" indent="-228600" algn="l" rtl="0">
              <a:lnSpc>
                <a:spcPct val="100000"/>
              </a:lnSpc>
              <a:spcBef>
                <a:spcPts val="800"/>
              </a:spcBef>
              <a:spcAft>
                <a:spcPts val="0"/>
              </a:spcAft>
              <a:buClr>
                <a:srgbClr val="FF0000"/>
              </a:buClr>
              <a:buSzPts val="2400"/>
              <a:buFont typeface="Arial"/>
              <a:buNone/>
              <a:defRPr sz="1600" b="0" i="0" u="none" strike="noStrike" cap="none">
                <a:solidFill>
                  <a:srgbClr val="595959"/>
                </a:solidFill>
                <a:latin typeface="Arial"/>
                <a:ea typeface="Arial"/>
                <a:cs typeface="Arial"/>
                <a:sym typeface="Arial"/>
              </a:defRPr>
            </a:lvl4pPr>
            <a:lvl5pPr marL="2286000" marR="0" lvl="4" indent="-355600" algn="l" rtl="0">
              <a:lnSpc>
                <a:spcPct val="100000"/>
              </a:lnSpc>
              <a:spcBef>
                <a:spcPts val="800"/>
              </a:spcBef>
              <a:spcAft>
                <a:spcPts val="0"/>
              </a:spcAft>
              <a:buClr>
                <a:schemeClr val="lt2"/>
              </a:buClr>
              <a:buSzPts val="2000"/>
              <a:buFont typeface="Arial"/>
              <a:buChar char="•"/>
              <a:defRPr sz="1300" b="0" i="0" u="none" strike="noStrike" cap="none">
                <a:solidFill>
                  <a:srgbClr val="595959"/>
                </a:solidFill>
                <a:latin typeface="Arial"/>
                <a:ea typeface="Arial"/>
                <a:cs typeface="Arial"/>
                <a:sym typeface="Arial"/>
              </a:defRPr>
            </a:lvl5pPr>
            <a:lvl6pPr marL="2743200" marR="0" lvl="5"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6pPr>
            <a:lvl7pPr marL="3200400" marR="0" lvl="6"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7pPr>
            <a:lvl8pPr marL="3657600" marR="0" lvl="7"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8pPr>
            <a:lvl9pPr marL="4114800" marR="0" lvl="8"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9pPr>
          </a:lstStyle>
          <a:p>
            <a:pPr marL="44450" indent="0">
              <a:buFont typeface="Arial"/>
              <a:buNone/>
            </a:pPr>
            <a:r>
              <a:rPr lang="en-US" sz="2000" b="1" dirty="0">
                <a:solidFill>
                  <a:schemeClr val="tx2"/>
                </a:solidFill>
              </a:rPr>
              <a:t>Test acc: 0.8193</a:t>
            </a:r>
          </a:p>
        </p:txBody>
      </p:sp>
      <p:sp>
        <p:nvSpPr>
          <p:cNvPr id="14" name="Text Placeholder 1">
            <a:extLst>
              <a:ext uri="{FF2B5EF4-FFF2-40B4-BE49-F238E27FC236}">
                <a16:creationId xmlns:a16="http://schemas.microsoft.com/office/drawing/2014/main" id="{D8021D63-F48D-DC07-F104-46511C177918}"/>
              </a:ext>
            </a:extLst>
          </p:cNvPr>
          <p:cNvSpPr txBox="1">
            <a:spLocks/>
          </p:cNvSpPr>
          <p:nvPr/>
        </p:nvSpPr>
        <p:spPr>
          <a:xfrm>
            <a:off x="9179249" y="2723251"/>
            <a:ext cx="2735859" cy="303844"/>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412750" algn="l" rtl="0">
              <a:lnSpc>
                <a:spcPct val="100000"/>
              </a:lnSpc>
              <a:spcBef>
                <a:spcPts val="0"/>
              </a:spcBef>
              <a:spcAft>
                <a:spcPts val="0"/>
              </a:spcAft>
              <a:buClr>
                <a:schemeClr val="lt2"/>
              </a:buClr>
              <a:buSzPts val="2900"/>
              <a:buFont typeface="Arial"/>
              <a:buChar char="●"/>
              <a:defRPr sz="2900" b="0" i="0" u="none" strike="noStrike" cap="none">
                <a:solidFill>
                  <a:srgbClr val="000000"/>
                </a:solidFill>
                <a:latin typeface="Arial"/>
                <a:ea typeface="Arial"/>
                <a:cs typeface="Arial"/>
                <a:sym typeface="Arial"/>
              </a:defRPr>
            </a:lvl1pPr>
            <a:lvl2pPr marL="914400" marR="0" lvl="1" indent="-349250" algn="l" rtl="0">
              <a:lnSpc>
                <a:spcPct val="100000"/>
              </a:lnSpc>
              <a:spcBef>
                <a:spcPts val="400"/>
              </a:spcBef>
              <a:spcAft>
                <a:spcPts val="0"/>
              </a:spcAft>
              <a:buClr>
                <a:schemeClr val="lt2"/>
              </a:buClr>
              <a:buSzPts val="1900"/>
              <a:buFont typeface="Arial"/>
              <a:buChar char="●"/>
              <a:defRPr sz="2100" b="0" i="0" u="none" strike="noStrike" cap="none">
                <a:solidFill>
                  <a:srgbClr val="000000"/>
                </a:solidFill>
                <a:latin typeface="Arial"/>
                <a:ea typeface="Arial"/>
                <a:cs typeface="Arial"/>
                <a:sym typeface="Arial"/>
              </a:defRPr>
            </a:lvl2pPr>
            <a:lvl3pPr marL="1371600" marR="0" lvl="2" indent="-311150" algn="l" rtl="0">
              <a:lnSpc>
                <a:spcPct val="100000"/>
              </a:lnSpc>
              <a:spcBef>
                <a:spcPts val="400"/>
              </a:spcBef>
              <a:spcAft>
                <a:spcPts val="0"/>
              </a:spcAft>
              <a:buClr>
                <a:schemeClr val="lt2"/>
              </a:buClr>
              <a:buSzPts val="1300"/>
              <a:buFont typeface="Arial"/>
              <a:buChar char="●"/>
              <a:defRPr sz="1700" b="0" i="0" u="none" strike="noStrike" cap="none">
                <a:solidFill>
                  <a:srgbClr val="000000"/>
                </a:solidFill>
                <a:latin typeface="Arial"/>
                <a:ea typeface="Arial"/>
                <a:cs typeface="Arial"/>
                <a:sym typeface="Arial"/>
              </a:defRPr>
            </a:lvl3pPr>
            <a:lvl4pPr marL="1828800" marR="0" lvl="3" indent="-228600" algn="l" rtl="0">
              <a:lnSpc>
                <a:spcPct val="100000"/>
              </a:lnSpc>
              <a:spcBef>
                <a:spcPts val="800"/>
              </a:spcBef>
              <a:spcAft>
                <a:spcPts val="0"/>
              </a:spcAft>
              <a:buClr>
                <a:srgbClr val="FF0000"/>
              </a:buClr>
              <a:buSzPts val="2400"/>
              <a:buFont typeface="Arial"/>
              <a:buNone/>
              <a:defRPr sz="1600" b="0" i="0" u="none" strike="noStrike" cap="none">
                <a:solidFill>
                  <a:srgbClr val="595959"/>
                </a:solidFill>
                <a:latin typeface="Arial"/>
                <a:ea typeface="Arial"/>
                <a:cs typeface="Arial"/>
                <a:sym typeface="Arial"/>
              </a:defRPr>
            </a:lvl4pPr>
            <a:lvl5pPr marL="2286000" marR="0" lvl="4" indent="-355600" algn="l" rtl="0">
              <a:lnSpc>
                <a:spcPct val="100000"/>
              </a:lnSpc>
              <a:spcBef>
                <a:spcPts val="800"/>
              </a:spcBef>
              <a:spcAft>
                <a:spcPts val="0"/>
              </a:spcAft>
              <a:buClr>
                <a:schemeClr val="lt2"/>
              </a:buClr>
              <a:buSzPts val="2000"/>
              <a:buFont typeface="Arial"/>
              <a:buChar char="•"/>
              <a:defRPr sz="1300" b="0" i="0" u="none" strike="noStrike" cap="none">
                <a:solidFill>
                  <a:srgbClr val="595959"/>
                </a:solidFill>
                <a:latin typeface="Arial"/>
                <a:ea typeface="Arial"/>
                <a:cs typeface="Arial"/>
                <a:sym typeface="Arial"/>
              </a:defRPr>
            </a:lvl5pPr>
            <a:lvl6pPr marL="2743200" marR="0" lvl="5"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6pPr>
            <a:lvl7pPr marL="3200400" marR="0" lvl="6"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7pPr>
            <a:lvl8pPr marL="3657600" marR="0" lvl="7"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8pPr>
            <a:lvl9pPr marL="4114800" marR="0" lvl="8"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9pPr>
          </a:lstStyle>
          <a:p>
            <a:pPr marL="44450" indent="0">
              <a:buFont typeface="Arial"/>
              <a:buNone/>
            </a:pPr>
            <a:r>
              <a:rPr lang="en-US" sz="2000" b="1" dirty="0">
                <a:solidFill>
                  <a:schemeClr val="tx2"/>
                </a:solidFill>
              </a:rPr>
              <a:t>Test acc: 0.7731</a:t>
            </a:r>
          </a:p>
        </p:txBody>
      </p:sp>
    </p:spTree>
    <p:extLst>
      <p:ext uri="{BB962C8B-B14F-4D97-AF65-F5344CB8AC3E}">
        <p14:creationId xmlns:p14="http://schemas.microsoft.com/office/powerpoint/2010/main" val="22869383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08650E6-64CE-C9A2-7358-25BBA33B25BD}"/>
              </a:ext>
            </a:extLst>
          </p:cNvPr>
          <p:cNvSpPr>
            <a:spLocks noGrp="1"/>
          </p:cNvSpPr>
          <p:nvPr>
            <p:ph type="title"/>
          </p:nvPr>
        </p:nvSpPr>
        <p:spPr/>
        <p:txBody>
          <a:bodyPr/>
          <a:lstStyle/>
          <a:p>
            <a:r>
              <a:rPr lang="en-US" dirty="0"/>
              <a:t>Results</a:t>
            </a:r>
            <a:endParaRPr lang="en-SE" dirty="0"/>
          </a:p>
        </p:txBody>
      </p:sp>
      <p:sp>
        <p:nvSpPr>
          <p:cNvPr id="4" name="Slide Number Placeholder 3">
            <a:extLst>
              <a:ext uri="{FF2B5EF4-FFF2-40B4-BE49-F238E27FC236}">
                <a16:creationId xmlns:a16="http://schemas.microsoft.com/office/drawing/2014/main" id="{66A7C273-E0D1-D781-7306-DB8DFAB6991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graphicFrame>
        <p:nvGraphicFramePr>
          <p:cNvPr id="5" name="Table 4">
            <a:extLst>
              <a:ext uri="{FF2B5EF4-FFF2-40B4-BE49-F238E27FC236}">
                <a16:creationId xmlns:a16="http://schemas.microsoft.com/office/drawing/2014/main" id="{9CE19A2E-9C8A-CCE7-91CA-955F4BDBAB23}"/>
              </a:ext>
            </a:extLst>
          </p:cNvPr>
          <p:cNvGraphicFramePr>
            <a:graphicFrameLocks noGrp="1"/>
          </p:cNvGraphicFramePr>
          <p:nvPr>
            <p:extLst>
              <p:ext uri="{D42A27DB-BD31-4B8C-83A1-F6EECF244321}">
                <p14:modId xmlns:p14="http://schemas.microsoft.com/office/powerpoint/2010/main" val="1717874819"/>
              </p:ext>
            </p:extLst>
          </p:nvPr>
        </p:nvGraphicFramePr>
        <p:xfrm>
          <a:off x="840395" y="2029507"/>
          <a:ext cx="10233008" cy="3044906"/>
        </p:xfrm>
        <a:graphic>
          <a:graphicData uri="http://schemas.openxmlformats.org/drawingml/2006/table">
            <a:tbl>
              <a:tblPr/>
              <a:tblGrid>
                <a:gridCol w="1061557">
                  <a:extLst>
                    <a:ext uri="{9D8B030D-6E8A-4147-A177-3AD203B41FA5}">
                      <a16:colId xmlns:a16="http://schemas.microsoft.com/office/drawing/2014/main" val="1526984477"/>
                    </a:ext>
                  </a:extLst>
                </a:gridCol>
                <a:gridCol w="1496695">
                  <a:extLst>
                    <a:ext uri="{9D8B030D-6E8A-4147-A177-3AD203B41FA5}">
                      <a16:colId xmlns:a16="http://schemas.microsoft.com/office/drawing/2014/main" val="3548473272"/>
                    </a:ext>
                  </a:extLst>
                </a:gridCol>
                <a:gridCol w="1279126">
                  <a:extLst>
                    <a:ext uri="{9D8B030D-6E8A-4147-A177-3AD203B41FA5}">
                      <a16:colId xmlns:a16="http://schemas.microsoft.com/office/drawing/2014/main" val="546360650"/>
                    </a:ext>
                  </a:extLst>
                </a:gridCol>
                <a:gridCol w="1279126">
                  <a:extLst>
                    <a:ext uri="{9D8B030D-6E8A-4147-A177-3AD203B41FA5}">
                      <a16:colId xmlns:a16="http://schemas.microsoft.com/office/drawing/2014/main" val="179725092"/>
                    </a:ext>
                  </a:extLst>
                </a:gridCol>
                <a:gridCol w="1279126">
                  <a:extLst>
                    <a:ext uri="{9D8B030D-6E8A-4147-A177-3AD203B41FA5}">
                      <a16:colId xmlns:a16="http://schemas.microsoft.com/office/drawing/2014/main" val="639396774"/>
                    </a:ext>
                  </a:extLst>
                </a:gridCol>
                <a:gridCol w="1279126">
                  <a:extLst>
                    <a:ext uri="{9D8B030D-6E8A-4147-A177-3AD203B41FA5}">
                      <a16:colId xmlns:a16="http://schemas.microsoft.com/office/drawing/2014/main" val="3533863120"/>
                    </a:ext>
                  </a:extLst>
                </a:gridCol>
                <a:gridCol w="1279126">
                  <a:extLst>
                    <a:ext uri="{9D8B030D-6E8A-4147-A177-3AD203B41FA5}">
                      <a16:colId xmlns:a16="http://schemas.microsoft.com/office/drawing/2014/main" val="3312627316"/>
                    </a:ext>
                  </a:extLst>
                </a:gridCol>
                <a:gridCol w="1279126">
                  <a:extLst>
                    <a:ext uri="{9D8B030D-6E8A-4147-A177-3AD203B41FA5}">
                      <a16:colId xmlns:a16="http://schemas.microsoft.com/office/drawing/2014/main" val="2365688016"/>
                    </a:ext>
                  </a:extLst>
                </a:gridCol>
              </a:tblGrid>
              <a:tr h="1069416">
                <a:tc>
                  <a:txBody>
                    <a:bodyPr/>
                    <a:lstStyle/>
                    <a:p>
                      <a:pPr algn="ctr" rtl="0" fontAlgn="base">
                        <a:lnSpc>
                          <a:spcPts val="1710"/>
                        </a:lnSpc>
                        <a:spcBef>
                          <a:spcPts val="600"/>
                        </a:spcBef>
                        <a:buNone/>
                      </a:pPr>
                      <a:r>
                        <a:rPr lang="en-US" sz="2400" b="1" i="0" dirty="0">
                          <a:solidFill>
                            <a:schemeClr val="tx2"/>
                          </a:solidFill>
                          <a:effectLst/>
                          <a:latin typeface="+mj-lt"/>
                        </a:rPr>
                        <a:t>Model </a:t>
                      </a:r>
                    </a:p>
                  </a:txBody>
                  <a:tcPr marL="0" marR="0" marT="0" marB="0" anchor="ctr">
                    <a:lnL>
                      <a:noFill/>
                    </a:lnL>
                    <a:lnR>
                      <a:noFill/>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lnSpc>
                          <a:spcPts val="1710"/>
                        </a:lnSpc>
                        <a:spcBef>
                          <a:spcPts val="600"/>
                        </a:spcBef>
                        <a:buNone/>
                      </a:pPr>
                      <a:r>
                        <a:rPr lang="en-US" sz="2400" b="1" i="0" dirty="0">
                          <a:solidFill>
                            <a:schemeClr val="tx2"/>
                          </a:solidFill>
                          <a:effectLst/>
                          <a:latin typeface="+mj-lt"/>
                        </a:rPr>
                        <a:t>Accuracy</a:t>
                      </a:r>
                    </a:p>
                  </a:txBody>
                  <a:tcPr marL="0" marR="0" marT="0" marB="0" anchor="ctr">
                    <a:lnL>
                      <a:noFill/>
                    </a:lnL>
                    <a:lnR>
                      <a:noFill/>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lnSpc>
                          <a:spcPts val="1710"/>
                        </a:lnSpc>
                        <a:spcBef>
                          <a:spcPts val="600"/>
                        </a:spcBef>
                        <a:buNone/>
                      </a:pPr>
                      <a:r>
                        <a:rPr lang="en-US" sz="2400" b="1" i="0" dirty="0">
                          <a:solidFill>
                            <a:schemeClr val="tx2"/>
                          </a:solidFill>
                          <a:effectLst/>
                          <a:latin typeface="+mj-lt"/>
                        </a:rPr>
                        <a:t>F1</a:t>
                      </a:r>
                    </a:p>
                    <a:p>
                      <a:pPr algn="ctr" rtl="0" fontAlgn="base">
                        <a:lnSpc>
                          <a:spcPts val="1710"/>
                        </a:lnSpc>
                        <a:spcBef>
                          <a:spcPts val="600"/>
                        </a:spcBef>
                        <a:buNone/>
                      </a:pPr>
                      <a:r>
                        <a:rPr lang="en-US" sz="2400" b="1" i="0" dirty="0">
                          <a:solidFill>
                            <a:schemeClr val="tx2"/>
                          </a:solidFill>
                          <a:effectLst/>
                          <a:latin typeface="+mj-lt"/>
                        </a:rPr>
                        <a:t> score </a:t>
                      </a:r>
                    </a:p>
                  </a:txBody>
                  <a:tcPr marL="0" marR="0" marT="0" marB="0" anchor="ctr">
                    <a:lnL>
                      <a:noFill/>
                    </a:lnL>
                    <a:lnR>
                      <a:noFill/>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lnSpc>
                          <a:spcPts val="1710"/>
                        </a:lnSpc>
                        <a:spcBef>
                          <a:spcPts val="600"/>
                        </a:spcBef>
                        <a:buNone/>
                      </a:pPr>
                      <a:r>
                        <a:rPr lang="en-US" sz="2400" b="1" i="0">
                          <a:solidFill>
                            <a:schemeClr val="tx2"/>
                          </a:solidFill>
                          <a:effectLst/>
                          <a:latin typeface="+mj-lt"/>
                        </a:rPr>
                        <a:t>AUC </a:t>
                      </a:r>
                    </a:p>
                  </a:txBody>
                  <a:tcPr marL="0" marR="0" marT="0" marB="0" anchor="ctr">
                    <a:lnL>
                      <a:noFill/>
                    </a:lnL>
                    <a:lnR>
                      <a:noFill/>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lnSpc>
                          <a:spcPts val="1710"/>
                        </a:lnSpc>
                        <a:spcBef>
                          <a:spcPts val="600"/>
                        </a:spcBef>
                        <a:buNone/>
                      </a:pPr>
                      <a:r>
                        <a:rPr lang="en-US" sz="2400" b="1" i="0" dirty="0">
                          <a:solidFill>
                            <a:schemeClr val="tx2"/>
                          </a:solidFill>
                          <a:effectLst/>
                          <a:latin typeface="+mj-lt"/>
                        </a:rPr>
                        <a:t>Flash</a:t>
                      </a:r>
                    </a:p>
                    <a:p>
                      <a:pPr algn="ctr" rtl="0" fontAlgn="base">
                        <a:lnSpc>
                          <a:spcPts val="1710"/>
                        </a:lnSpc>
                        <a:spcBef>
                          <a:spcPts val="600"/>
                        </a:spcBef>
                        <a:buNone/>
                      </a:pPr>
                      <a:r>
                        <a:rPr lang="en-US" sz="2400" b="1" i="0" dirty="0">
                          <a:solidFill>
                            <a:schemeClr val="tx2"/>
                          </a:solidFill>
                          <a:effectLst/>
                          <a:latin typeface="+mj-lt"/>
                        </a:rPr>
                        <a:t> (Static)</a:t>
                      </a:r>
                    </a:p>
                  </a:txBody>
                  <a:tcPr marL="0" marR="0" marT="0" marB="0" anchor="ctr">
                    <a:lnL>
                      <a:noFill/>
                    </a:lnL>
                    <a:lnR>
                      <a:noFill/>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lnSpc>
                          <a:spcPts val="1710"/>
                        </a:lnSpc>
                        <a:spcBef>
                          <a:spcPts val="600"/>
                        </a:spcBef>
                        <a:buNone/>
                      </a:pPr>
                      <a:r>
                        <a:rPr lang="en-US" sz="2400" b="1" i="0" dirty="0">
                          <a:solidFill>
                            <a:schemeClr val="tx2"/>
                          </a:solidFill>
                          <a:effectLst/>
                          <a:latin typeface="+mj-lt"/>
                        </a:rPr>
                        <a:t>RAM </a:t>
                      </a:r>
                    </a:p>
                    <a:p>
                      <a:pPr algn="ctr" rtl="0" fontAlgn="base">
                        <a:lnSpc>
                          <a:spcPts val="1710"/>
                        </a:lnSpc>
                        <a:spcBef>
                          <a:spcPts val="600"/>
                        </a:spcBef>
                        <a:buNone/>
                      </a:pPr>
                      <a:r>
                        <a:rPr lang="en-US" sz="2400" b="1" i="0" dirty="0">
                          <a:solidFill>
                            <a:schemeClr val="tx2"/>
                          </a:solidFill>
                          <a:effectLst/>
                          <a:latin typeface="+mj-lt"/>
                        </a:rPr>
                        <a:t>(Static) </a:t>
                      </a:r>
                    </a:p>
                  </a:txBody>
                  <a:tcPr marL="0" marR="0" marT="0" marB="0" anchor="ctr">
                    <a:lnL>
                      <a:noFill/>
                    </a:lnL>
                    <a:lnR>
                      <a:noFill/>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lnSpc>
                          <a:spcPts val="1710"/>
                        </a:lnSpc>
                        <a:spcBef>
                          <a:spcPts val="600"/>
                        </a:spcBef>
                        <a:buNone/>
                      </a:pPr>
                      <a:r>
                        <a:rPr lang="en-US" sz="2400" b="1" i="0" dirty="0">
                          <a:solidFill>
                            <a:schemeClr val="tx2"/>
                          </a:solidFill>
                          <a:effectLst/>
                          <a:latin typeface="+mj-lt"/>
                        </a:rPr>
                        <a:t>RAM </a:t>
                      </a:r>
                    </a:p>
                    <a:p>
                      <a:pPr algn="ctr" rtl="0" fontAlgn="base">
                        <a:lnSpc>
                          <a:spcPts val="1710"/>
                        </a:lnSpc>
                        <a:spcBef>
                          <a:spcPts val="600"/>
                        </a:spcBef>
                        <a:buNone/>
                      </a:pPr>
                      <a:r>
                        <a:rPr lang="en-US" sz="2400" b="1" i="0" dirty="0">
                          <a:solidFill>
                            <a:schemeClr val="tx2"/>
                          </a:solidFill>
                          <a:effectLst/>
                          <a:latin typeface="+mj-lt"/>
                        </a:rPr>
                        <a:t>(Fixed) </a:t>
                      </a:r>
                    </a:p>
                  </a:txBody>
                  <a:tcPr marL="0" marR="0" marT="0" marB="0" anchor="ctr">
                    <a:lnL>
                      <a:noFill/>
                    </a:lnL>
                    <a:lnR>
                      <a:noFill/>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lnSpc>
                          <a:spcPts val="1710"/>
                        </a:lnSpc>
                        <a:spcBef>
                          <a:spcPts val="600"/>
                        </a:spcBef>
                        <a:buNone/>
                      </a:pPr>
                      <a:r>
                        <a:rPr lang="en-US" sz="2400" b="1" i="0" dirty="0">
                          <a:solidFill>
                            <a:schemeClr val="tx2"/>
                          </a:solidFill>
                          <a:effectLst/>
                          <a:latin typeface="+mj-lt"/>
                        </a:rPr>
                        <a:t>RAM </a:t>
                      </a:r>
                    </a:p>
                    <a:p>
                      <a:pPr algn="ctr" rtl="0" fontAlgn="base">
                        <a:lnSpc>
                          <a:spcPts val="1710"/>
                        </a:lnSpc>
                        <a:spcBef>
                          <a:spcPts val="600"/>
                        </a:spcBef>
                        <a:buNone/>
                      </a:pPr>
                      <a:r>
                        <a:rPr lang="en-US" sz="2400" b="1" i="0" dirty="0">
                          <a:solidFill>
                            <a:schemeClr val="tx2"/>
                          </a:solidFill>
                          <a:effectLst/>
                          <a:latin typeface="+mj-lt"/>
                        </a:rPr>
                        <a:t>(Train) </a:t>
                      </a:r>
                    </a:p>
                  </a:txBody>
                  <a:tcPr marL="0" marR="0" marT="0" marB="0" anchor="ctr">
                    <a:lnL>
                      <a:noFill/>
                    </a:lnL>
                    <a:lnR>
                      <a:noFill/>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6257297"/>
                  </a:ext>
                </a:extLst>
              </a:tr>
              <a:tr h="1184713">
                <a:tc>
                  <a:txBody>
                    <a:bodyPr/>
                    <a:lstStyle/>
                    <a:p>
                      <a:pPr algn="ctr" rtl="0" fontAlgn="base">
                        <a:lnSpc>
                          <a:spcPts val="1710"/>
                        </a:lnSpc>
                        <a:spcBef>
                          <a:spcPts val="600"/>
                        </a:spcBef>
                        <a:buNone/>
                      </a:pPr>
                      <a:r>
                        <a:rPr lang="en-US" sz="2400" b="1" i="0" dirty="0">
                          <a:solidFill>
                            <a:schemeClr val="tx2"/>
                          </a:solidFill>
                          <a:effectLst/>
                          <a:latin typeface="+mj-lt"/>
                        </a:rPr>
                        <a:t>BP </a:t>
                      </a:r>
                    </a:p>
                  </a:txBody>
                  <a:tcPr marL="0" marR="0" marT="0" marB="0" anchor="ctr">
                    <a:lnL>
                      <a:noFill/>
                    </a:lnL>
                    <a:lnR>
                      <a:noFill/>
                    </a:lnR>
                    <a:lnT w="38100" cap="flat" cmpd="sng" algn="ctr">
                      <a:solidFill>
                        <a:schemeClr val="tx2"/>
                      </a:solidFill>
                      <a:prstDash val="solid"/>
                      <a:round/>
                      <a:headEnd type="none" w="med" len="med"/>
                      <a:tailEnd type="none" w="med" len="med"/>
                    </a:lnT>
                    <a:lnB>
                      <a:noFill/>
                    </a:lnB>
                    <a:noFill/>
                  </a:tcPr>
                </a:tc>
                <a:tc>
                  <a:txBody>
                    <a:bodyPr/>
                    <a:lstStyle/>
                    <a:p>
                      <a:pPr algn="ctr" rtl="0" fontAlgn="base">
                        <a:lnSpc>
                          <a:spcPts val="1710"/>
                        </a:lnSpc>
                        <a:spcBef>
                          <a:spcPts val="600"/>
                        </a:spcBef>
                        <a:buNone/>
                      </a:pPr>
                      <a:r>
                        <a:rPr lang="en" sz="2400" b="0" i="0" dirty="0">
                          <a:solidFill>
                            <a:schemeClr val="tx2"/>
                          </a:solidFill>
                          <a:effectLst/>
                          <a:latin typeface="+mj-lt"/>
                        </a:rPr>
                        <a:t>0.82 </a:t>
                      </a:r>
                    </a:p>
                  </a:txBody>
                  <a:tcPr marL="0" marR="0" marT="0" marB="0" anchor="ctr">
                    <a:lnL>
                      <a:noFill/>
                    </a:lnL>
                    <a:lnR>
                      <a:noFill/>
                    </a:lnR>
                    <a:lnT w="38100" cap="flat" cmpd="sng" algn="ctr">
                      <a:solidFill>
                        <a:schemeClr val="tx2"/>
                      </a:solidFill>
                      <a:prstDash val="solid"/>
                      <a:round/>
                      <a:headEnd type="none" w="med" len="med"/>
                      <a:tailEnd type="none" w="med" len="med"/>
                    </a:lnT>
                    <a:lnB>
                      <a:noFill/>
                    </a:lnB>
                    <a:noFill/>
                  </a:tcPr>
                </a:tc>
                <a:tc>
                  <a:txBody>
                    <a:bodyPr/>
                    <a:lstStyle/>
                    <a:p>
                      <a:pPr algn="ctr" rtl="0" fontAlgn="base">
                        <a:lnSpc>
                          <a:spcPts val="1710"/>
                        </a:lnSpc>
                        <a:spcBef>
                          <a:spcPts val="600"/>
                        </a:spcBef>
                        <a:buNone/>
                      </a:pPr>
                      <a:r>
                        <a:rPr lang="en" sz="2400" b="0" i="0" dirty="0">
                          <a:solidFill>
                            <a:schemeClr val="tx2"/>
                          </a:solidFill>
                          <a:effectLst/>
                          <a:latin typeface="+mj-lt"/>
                        </a:rPr>
                        <a:t>0.80 </a:t>
                      </a:r>
                    </a:p>
                  </a:txBody>
                  <a:tcPr marL="0" marR="0" marT="0" marB="0" anchor="ctr">
                    <a:lnL>
                      <a:noFill/>
                    </a:lnL>
                    <a:lnR>
                      <a:noFill/>
                    </a:lnR>
                    <a:lnT w="38100" cap="flat" cmpd="sng" algn="ctr">
                      <a:solidFill>
                        <a:schemeClr val="tx2"/>
                      </a:solidFill>
                      <a:prstDash val="solid"/>
                      <a:round/>
                      <a:headEnd type="none" w="med" len="med"/>
                      <a:tailEnd type="none" w="med" len="med"/>
                    </a:lnT>
                    <a:lnB>
                      <a:noFill/>
                    </a:lnB>
                    <a:noFill/>
                  </a:tcPr>
                </a:tc>
                <a:tc>
                  <a:txBody>
                    <a:bodyPr/>
                    <a:lstStyle/>
                    <a:p>
                      <a:pPr algn="ctr" rtl="0" fontAlgn="base">
                        <a:lnSpc>
                          <a:spcPts val="1710"/>
                        </a:lnSpc>
                        <a:spcBef>
                          <a:spcPts val="600"/>
                        </a:spcBef>
                        <a:buNone/>
                      </a:pPr>
                      <a:r>
                        <a:rPr lang="en" sz="2400" b="0" i="0" dirty="0">
                          <a:solidFill>
                            <a:schemeClr val="tx2"/>
                          </a:solidFill>
                          <a:effectLst/>
                          <a:latin typeface="+mj-lt"/>
                        </a:rPr>
                        <a:t>0.91 </a:t>
                      </a:r>
                    </a:p>
                  </a:txBody>
                  <a:tcPr marL="0" marR="0" marT="0" marB="0" anchor="ctr">
                    <a:lnL>
                      <a:noFill/>
                    </a:lnL>
                    <a:lnR>
                      <a:noFill/>
                    </a:lnR>
                    <a:lnT w="38100" cap="flat" cmpd="sng" algn="ctr">
                      <a:solidFill>
                        <a:schemeClr val="tx2"/>
                      </a:solidFill>
                      <a:prstDash val="solid"/>
                      <a:round/>
                      <a:headEnd type="none" w="med" len="med"/>
                      <a:tailEnd type="none" w="med" len="med"/>
                    </a:lnT>
                    <a:lnB>
                      <a:noFill/>
                    </a:lnB>
                    <a:noFill/>
                  </a:tcPr>
                </a:tc>
                <a:tc>
                  <a:txBody>
                    <a:bodyPr/>
                    <a:lstStyle/>
                    <a:p>
                      <a:pPr algn="ctr" rtl="0" fontAlgn="base">
                        <a:lnSpc>
                          <a:spcPts val="1710"/>
                        </a:lnSpc>
                        <a:spcBef>
                          <a:spcPts val="600"/>
                        </a:spcBef>
                        <a:buNone/>
                      </a:pPr>
                      <a:r>
                        <a:rPr lang="en-US" sz="2400" b="0" i="0" dirty="0">
                          <a:solidFill>
                            <a:schemeClr val="tx2"/>
                          </a:solidFill>
                          <a:effectLst/>
                          <a:latin typeface="+mj-lt"/>
                        </a:rPr>
                        <a:t>38.8KB </a:t>
                      </a:r>
                    </a:p>
                  </a:txBody>
                  <a:tcPr marL="0" marR="0" marT="0" marB="0" anchor="ctr">
                    <a:lnL>
                      <a:noFill/>
                    </a:lnL>
                    <a:lnR>
                      <a:noFill/>
                    </a:lnR>
                    <a:lnT w="38100" cap="flat" cmpd="sng" algn="ctr">
                      <a:solidFill>
                        <a:schemeClr val="tx2"/>
                      </a:solidFill>
                      <a:prstDash val="solid"/>
                      <a:round/>
                      <a:headEnd type="none" w="med" len="med"/>
                      <a:tailEnd type="none" w="med" len="med"/>
                    </a:lnT>
                    <a:lnB>
                      <a:noFill/>
                    </a:lnB>
                    <a:noFill/>
                  </a:tcPr>
                </a:tc>
                <a:tc>
                  <a:txBody>
                    <a:bodyPr/>
                    <a:lstStyle/>
                    <a:p>
                      <a:pPr algn="ctr" rtl="0" fontAlgn="base">
                        <a:lnSpc>
                          <a:spcPts val="1710"/>
                        </a:lnSpc>
                        <a:spcBef>
                          <a:spcPts val="600"/>
                        </a:spcBef>
                        <a:buNone/>
                      </a:pPr>
                      <a:r>
                        <a:rPr lang="en-US" sz="2400" b="0" i="0" dirty="0">
                          <a:solidFill>
                            <a:schemeClr val="tx2"/>
                          </a:solidFill>
                          <a:effectLst/>
                          <a:latin typeface="+mj-lt"/>
                        </a:rPr>
                        <a:t>50.8KB </a:t>
                      </a:r>
                    </a:p>
                  </a:txBody>
                  <a:tcPr marL="0" marR="0" marT="0" marB="0" anchor="ctr">
                    <a:lnL>
                      <a:noFill/>
                    </a:lnL>
                    <a:lnR>
                      <a:noFill/>
                    </a:lnR>
                    <a:lnT w="38100" cap="flat" cmpd="sng" algn="ctr">
                      <a:solidFill>
                        <a:schemeClr val="tx2"/>
                      </a:solidFill>
                      <a:prstDash val="solid"/>
                      <a:round/>
                      <a:headEnd type="none" w="med" len="med"/>
                      <a:tailEnd type="none" w="med" len="med"/>
                    </a:lnT>
                    <a:lnB>
                      <a:noFill/>
                    </a:lnB>
                    <a:noFill/>
                  </a:tcPr>
                </a:tc>
                <a:tc>
                  <a:txBody>
                    <a:bodyPr/>
                    <a:lstStyle/>
                    <a:p>
                      <a:pPr algn="ctr" rtl="0" fontAlgn="base">
                        <a:lnSpc>
                          <a:spcPts val="1710"/>
                        </a:lnSpc>
                        <a:spcBef>
                          <a:spcPts val="600"/>
                        </a:spcBef>
                        <a:buNone/>
                      </a:pPr>
                      <a:r>
                        <a:rPr lang="en-US" sz="2400" b="0" i="0" dirty="0">
                          <a:solidFill>
                            <a:schemeClr val="tx2"/>
                          </a:solidFill>
                          <a:effectLst/>
                          <a:latin typeface="+mj-lt"/>
                        </a:rPr>
                        <a:t>15.9KB</a:t>
                      </a:r>
                    </a:p>
                  </a:txBody>
                  <a:tcPr marL="0" marR="0" marT="0" marB="0" anchor="ctr">
                    <a:lnL>
                      <a:noFill/>
                    </a:lnL>
                    <a:lnR>
                      <a:noFill/>
                    </a:lnR>
                    <a:lnT w="38100" cap="flat" cmpd="sng" algn="ctr">
                      <a:solidFill>
                        <a:schemeClr val="tx2"/>
                      </a:solidFill>
                      <a:prstDash val="solid"/>
                      <a:round/>
                      <a:headEnd type="none" w="med" len="med"/>
                      <a:tailEnd type="none" w="med" len="med"/>
                    </a:lnT>
                    <a:lnB>
                      <a:noFill/>
                    </a:lnB>
                    <a:noFill/>
                  </a:tcPr>
                </a:tc>
                <a:tc>
                  <a:txBody>
                    <a:bodyPr/>
                    <a:lstStyle/>
                    <a:p>
                      <a:pPr algn="ctr" rtl="0" fontAlgn="base">
                        <a:lnSpc>
                          <a:spcPts val="1710"/>
                        </a:lnSpc>
                        <a:spcBef>
                          <a:spcPts val="600"/>
                        </a:spcBef>
                        <a:buNone/>
                      </a:pPr>
                      <a:r>
                        <a:rPr lang="en-US" sz="2400" b="0" i="0" dirty="0">
                          <a:solidFill>
                            <a:schemeClr val="tx2"/>
                          </a:solidFill>
                          <a:effectLst/>
                          <a:latin typeface="+mj-lt"/>
                        </a:rPr>
                        <a:t>0.5KB</a:t>
                      </a:r>
                    </a:p>
                  </a:txBody>
                  <a:tcPr marL="0" marR="0" marT="0" marB="0" anchor="ctr">
                    <a:lnL>
                      <a:noFill/>
                    </a:lnL>
                    <a:lnR>
                      <a:noFill/>
                    </a:lnR>
                    <a:lnT w="38100" cap="flat" cmpd="sng" algn="ctr">
                      <a:solidFill>
                        <a:schemeClr val="tx2"/>
                      </a:solidFill>
                      <a:prstDash val="solid"/>
                      <a:round/>
                      <a:headEnd type="none" w="med" len="med"/>
                      <a:tailEnd type="none" w="med" len="med"/>
                    </a:lnT>
                    <a:lnB>
                      <a:noFill/>
                    </a:lnB>
                    <a:noFill/>
                  </a:tcPr>
                </a:tc>
                <a:extLst>
                  <a:ext uri="{0D108BD9-81ED-4DB2-BD59-A6C34878D82A}">
                    <a16:rowId xmlns:a16="http://schemas.microsoft.com/office/drawing/2014/main" val="2408703834"/>
                  </a:ext>
                </a:extLst>
              </a:tr>
              <a:tr h="790777">
                <a:tc>
                  <a:txBody>
                    <a:bodyPr/>
                    <a:lstStyle/>
                    <a:p>
                      <a:pPr algn="ctr" rtl="0" fontAlgn="base">
                        <a:lnSpc>
                          <a:spcPts val="1710"/>
                        </a:lnSpc>
                        <a:spcBef>
                          <a:spcPts val="600"/>
                        </a:spcBef>
                        <a:buNone/>
                      </a:pPr>
                      <a:r>
                        <a:rPr lang="en-US" sz="2400" b="1" i="0" dirty="0">
                          <a:solidFill>
                            <a:schemeClr val="tx2"/>
                          </a:solidFill>
                          <a:effectLst/>
                          <a:latin typeface="+mj-lt"/>
                        </a:rPr>
                        <a:t>FF </a:t>
                      </a:r>
                    </a:p>
                  </a:txBody>
                  <a:tcPr marL="0" marR="0" marT="0" marB="0" anchor="ctr">
                    <a:lnL>
                      <a:noFill/>
                    </a:lnL>
                    <a:lnR>
                      <a:noFill/>
                    </a:lnR>
                    <a:lnT>
                      <a:noFill/>
                    </a:lnT>
                    <a:lnB w="38100" cap="flat" cmpd="sng" algn="ctr">
                      <a:solidFill>
                        <a:schemeClr val="tx2"/>
                      </a:solidFill>
                      <a:prstDash val="solid"/>
                      <a:round/>
                      <a:headEnd type="none" w="med" len="med"/>
                      <a:tailEnd type="none" w="med" len="med"/>
                    </a:lnB>
                    <a:noFill/>
                  </a:tcPr>
                </a:tc>
                <a:tc>
                  <a:txBody>
                    <a:bodyPr/>
                    <a:lstStyle/>
                    <a:p>
                      <a:pPr algn="ctr" rtl="0" fontAlgn="base">
                        <a:lnSpc>
                          <a:spcPts val="1710"/>
                        </a:lnSpc>
                        <a:spcBef>
                          <a:spcPts val="600"/>
                        </a:spcBef>
                        <a:buNone/>
                      </a:pPr>
                      <a:r>
                        <a:rPr lang="en" sz="2400" b="0" i="0" dirty="0">
                          <a:solidFill>
                            <a:schemeClr val="tx2"/>
                          </a:solidFill>
                          <a:effectLst/>
                          <a:latin typeface="+mj-lt"/>
                        </a:rPr>
                        <a:t>0.77 </a:t>
                      </a:r>
                    </a:p>
                  </a:txBody>
                  <a:tcPr marL="0" marR="0" marT="0" marB="0" anchor="ctr">
                    <a:lnL>
                      <a:noFill/>
                    </a:lnL>
                    <a:lnR>
                      <a:noFill/>
                    </a:lnR>
                    <a:lnT>
                      <a:noFill/>
                    </a:lnT>
                    <a:lnB w="38100" cap="flat" cmpd="sng" algn="ctr">
                      <a:solidFill>
                        <a:schemeClr val="tx2"/>
                      </a:solidFill>
                      <a:prstDash val="solid"/>
                      <a:round/>
                      <a:headEnd type="none" w="med" len="med"/>
                      <a:tailEnd type="none" w="med" len="med"/>
                    </a:lnB>
                    <a:noFill/>
                  </a:tcPr>
                </a:tc>
                <a:tc>
                  <a:txBody>
                    <a:bodyPr/>
                    <a:lstStyle/>
                    <a:p>
                      <a:pPr algn="ctr" rtl="0" fontAlgn="base">
                        <a:lnSpc>
                          <a:spcPts val="1710"/>
                        </a:lnSpc>
                        <a:spcBef>
                          <a:spcPts val="600"/>
                        </a:spcBef>
                        <a:buNone/>
                      </a:pPr>
                      <a:r>
                        <a:rPr lang="en" sz="2400" b="0" i="0" dirty="0">
                          <a:solidFill>
                            <a:schemeClr val="tx2"/>
                          </a:solidFill>
                          <a:effectLst/>
                          <a:latin typeface="+mj-lt"/>
                        </a:rPr>
                        <a:t>0.74 </a:t>
                      </a:r>
                    </a:p>
                  </a:txBody>
                  <a:tcPr marL="0" marR="0" marT="0" marB="0" anchor="ctr">
                    <a:lnL>
                      <a:noFill/>
                    </a:lnL>
                    <a:lnR>
                      <a:noFill/>
                    </a:lnR>
                    <a:lnT>
                      <a:noFill/>
                    </a:lnT>
                    <a:lnB w="38100" cap="flat" cmpd="sng" algn="ctr">
                      <a:solidFill>
                        <a:schemeClr val="tx2"/>
                      </a:solidFill>
                      <a:prstDash val="solid"/>
                      <a:round/>
                      <a:headEnd type="none" w="med" len="med"/>
                      <a:tailEnd type="none" w="med" len="med"/>
                    </a:lnB>
                    <a:noFill/>
                  </a:tcPr>
                </a:tc>
                <a:tc>
                  <a:txBody>
                    <a:bodyPr/>
                    <a:lstStyle/>
                    <a:p>
                      <a:pPr algn="ctr" rtl="0" fontAlgn="base">
                        <a:lnSpc>
                          <a:spcPts val="1710"/>
                        </a:lnSpc>
                        <a:spcBef>
                          <a:spcPts val="600"/>
                        </a:spcBef>
                        <a:buNone/>
                      </a:pPr>
                      <a:r>
                        <a:rPr lang="en" sz="2400" b="0" i="0" dirty="0">
                          <a:solidFill>
                            <a:schemeClr val="tx2"/>
                          </a:solidFill>
                          <a:effectLst/>
                          <a:latin typeface="+mj-lt"/>
                        </a:rPr>
                        <a:t>0.88 </a:t>
                      </a:r>
                    </a:p>
                  </a:txBody>
                  <a:tcPr marL="0" marR="0" marT="0" marB="0" anchor="ctr">
                    <a:lnL>
                      <a:noFill/>
                    </a:lnL>
                    <a:lnR>
                      <a:noFill/>
                    </a:lnR>
                    <a:lnT>
                      <a:noFill/>
                    </a:lnT>
                    <a:lnB w="38100" cap="flat" cmpd="sng" algn="ctr">
                      <a:solidFill>
                        <a:schemeClr val="tx2"/>
                      </a:solidFill>
                      <a:prstDash val="solid"/>
                      <a:round/>
                      <a:headEnd type="none" w="med" len="med"/>
                      <a:tailEnd type="none" w="med" len="med"/>
                    </a:lnB>
                    <a:noFill/>
                  </a:tcPr>
                </a:tc>
                <a:tc>
                  <a:txBody>
                    <a:bodyPr/>
                    <a:lstStyle/>
                    <a:p>
                      <a:pPr algn="ctr" rtl="0" fontAlgn="base">
                        <a:lnSpc>
                          <a:spcPts val="1710"/>
                        </a:lnSpc>
                        <a:spcBef>
                          <a:spcPts val="600"/>
                        </a:spcBef>
                        <a:buNone/>
                      </a:pPr>
                      <a:r>
                        <a:rPr lang="en-US" sz="2400" b="0" i="0" dirty="0">
                          <a:solidFill>
                            <a:schemeClr val="tx2"/>
                          </a:solidFill>
                          <a:effectLst/>
                          <a:latin typeface="+mj-lt"/>
                        </a:rPr>
                        <a:t>40.7KB </a:t>
                      </a:r>
                    </a:p>
                  </a:txBody>
                  <a:tcPr marL="0" marR="0" marT="0" marB="0" anchor="ctr">
                    <a:lnL>
                      <a:noFill/>
                    </a:lnL>
                    <a:lnR>
                      <a:noFill/>
                    </a:lnR>
                    <a:lnT>
                      <a:noFill/>
                    </a:lnT>
                    <a:lnB w="38100" cap="flat" cmpd="sng" algn="ctr">
                      <a:solidFill>
                        <a:schemeClr val="tx2"/>
                      </a:solidFill>
                      <a:prstDash val="solid"/>
                      <a:round/>
                      <a:headEnd type="none" w="med" len="med"/>
                      <a:tailEnd type="none" w="med" len="med"/>
                    </a:lnB>
                    <a:noFill/>
                  </a:tcPr>
                </a:tc>
                <a:tc>
                  <a:txBody>
                    <a:bodyPr/>
                    <a:lstStyle/>
                    <a:p>
                      <a:pPr algn="ctr" rtl="0" fontAlgn="base">
                        <a:lnSpc>
                          <a:spcPts val="1710"/>
                        </a:lnSpc>
                        <a:spcBef>
                          <a:spcPts val="600"/>
                        </a:spcBef>
                        <a:buNone/>
                      </a:pPr>
                      <a:r>
                        <a:rPr lang="en-US" sz="2400" b="0" i="0" dirty="0">
                          <a:solidFill>
                            <a:schemeClr val="tx2"/>
                          </a:solidFill>
                          <a:effectLst/>
                          <a:latin typeface="+mj-lt"/>
                        </a:rPr>
                        <a:t>52.4KB </a:t>
                      </a:r>
                    </a:p>
                  </a:txBody>
                  <a:tcPr marL="0" marR="0" marT="0" marB="0" anchor="ctr">
                    <a:lnL>
                      <a:noFill/>
                    </a:lnL>
                    <a:lnR>
                      <a:noFill/>
                    </a:lnR>
                    <a:lnT>
                      <a:noFill/>
                    </a:lnT>
                    <a:lnB w="38100" cap="flat" cmpd="sng" algn="ctr">
                      <a:solidFill>
                        <a:schemeClr val="tx2"/>
                      </a:solidFill>
                      <a:prstDash val="solid"/>
                      <a:round/>
                      <a:headEnd type="none" w="med" len="med"/>
                      <a:tailEnd type="none" w="med" len="med"/>
                    </a:lnB>
                    <a:noFill/>
                  </a:tcPr>
                </a:tc>
                <a:tc>
                  <a:txBody>
                    <a:bodyPr/>
                    <a:lstStyle/>
                    <a:p>
                      <a:pPr algn="ctr" rtl="0" fontAlgn="base">
                        <a:lnSpc>
                          <a:spcPts val="1710"/>
                        </a:lnSpc>
                        <a:spcBef>
                          <a:spcPts val="600"/>
                        </a:spcBef>
                        <a:buNone/>
                      </a:pPr>
                      <a:r>
                        <a:rPr lang="en-US" sz="2400" b="0" i="0" dirty="0">
                          <a:solidFill>
                            <a:schemeClr val="tx2"/>
                          </a:solidFill>
                          <a:effectLst/>
                          <a:latin typeface="+mj-lt"/>
                        </a:rPr>
                        <a:t>17.5KB</a:t>
                      </a:r>
                    </a:p>
                  </a:txBody>
                  <a:tcPr marL="0" marR="0" marT="0" marB="0" anchor="ctr">
                    <a:lnL>
                      <a:noFill/>
                    </a:lnL>
                    <a:lnR>
                      <a:noFill/>
                    </a:lnR>
                    <a:lnT>
                      <a:noFill/>
                    </a:lnT>
                    <a:lnB w="38100" cap="flat" cmpd="sng" algn="ctr">
                      <a:solidFill>
                        <a:schemeClr val="tx2"/>
                      </a:solidFill>
                      <a:prstDash val="solid"/>
                      <a:round/>
                      <a:headEnd type="none" w="med" len="med"/>
                      <a:tailEnd type="none" w="med" len="med"/>
                    </a:lnB>
                    <a:noFill/>
                  </a:tcPr>
                </a:tc>
                <a:tc>
                  <a:txBody>
                    <a:bodyPr/>
                    <a:lstStyle/>
                    <a:p>
                      <a:pPr algn="ctr" rtl="0" fontAlgn="base">
                        <a:lnSpc>
                          <a:spcPts val="1710"/>
                        </a:lnSpc>
                        <a:spcBef>
                          <a:spcPts val="600"/>
                        </a:spcBef>
                        <a:buNone/>
                      </a:pPr>
                      <a:r>
                        <a:rPr lang="en-US" sz="2400" b="0" i="0" dirty="0">
                          <a:solidFill>
                            <a:schemeClr val="tx2"/>
                          </a:solidFill>
                          <a:effectLst/>
                          <a:latin typeface="+mj-lt"/>
                        </a:rPr>
                        <a:t>0.8KB</a:t>
                      </a:r>
                    </a:p>
                  </a:txBody>
                  <a:tcPr marL="0" marR="0" marT="0" marB="0" anchor="ctr">
                    <a:lnL>
                      <a:noFill/>
                    </a:lnL>
                    <a:lnR>
                      <a:noFill/>
                    </a:lnR>
                    <a:lnT>
                      <a:noFill/>
                    </a:lnT>
                    <a:lnB w="381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498008017"/>
                  </a:ext>
                </a:extLst>
              </a:tr>
            </a:tbl>
          </a:graphicData>
        </a:graphic>
      </p:graphicFrame>
    </p:spTree>
    <p:extLst>
      <p:ext uri="{BB962C8B-B14F-4D97-AF65-F5344CB8AC3E}">
        <p14:creationId xmlns:p14="http://schemas.microsoft.com/office/powerpoint/2010/main" val="2696159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209">
          <a:extLst>
            <a:ext uri="{FF2B5EF4-FFF2-40B4-BE49-F238E27FC236}">
              <a16:creationId xmlns:a16="http://schemas.microsoft.com/office/drawing/2014/main" id="{D3752D49-1D74-6921-BB6D-9DB2501AAFBA}"/>
            </a:ext>
          </a:extLst>
        </p:cNvPr>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7BD727F-EC5C-3ADA-EFA6-629FD90693DA}"/>
              </a:ext>
            </a:extLst>
          </p:cNvPr>
          <p:cNvSpPr/>
          <p:nvPr/>
        </p:nvSpPr>
        <p:spPr>
          <a:xfrm>
            <a:off x="6096000" y="912856"/>
            <a:ext cx="4536821" cy="5039360"/>
          </a:xfrm>
          <a:prstGeom prst="roundRect">
            <a:avLst>
              <a:gd name="adj" fmla="val 7164"/>
            </a:avLst>
          </a:prstGeom>
          <a:solidFill>
            <a:schemeClr val="tx2">
              <a:alpha val="10000"/>
            </a:schemeClr>
          </a:solidFill>
          <a:ln w="508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SE" sz="2400" dirty="0">
              <a:solidFill>
                <a:schemeClr val="tx2"/>
              </a:solidFill>
              <a:latin typeface="+mj-lt"/>
            </a:endParaRPr>
          </a:p>
        </p:txBody>
      </p:sp>
      <p:sp>
        <p:nvSpPr>
          <p:cNvPr id="210" name="Google Shape;210;p36">
            <a:extLst>
              <a:ext uri="{FF2B5EF4-FFF2-40B4-BE49-F238E27FC236}">
                <a16:creationId xmlns:a16="http://schemas.microsoft.com/office/drawing/2014/main" id="{BEE2EF89-8368-BB8E-9935-F87C52C6ED45}"/>
              </a:ext>
            </a:extLst>
          </p:cNvPr>
          <p:cNvSpPr txBox="1">
            <a:spLocks noGrp="1"/>
          </p:cNvSpPr>
          <p:nvPr>
            <p:ph type="title"/>
          </p:nvPr>
        </p:nvSpPr>
        <p:spPr>
          <a:xfrm>
            <a:off x="1148135" y="3432536"/>
            <a:ext cx="10509300" cy="613500"/>
          </a:xfrm>
          <a:prstGeom prst="rect">
            <a:avLst/>
          </a:prstGeom>
        </p:spPr>
        <p:txBody>
          <a:bodyPr spcFirstLastPara="1" wrap="square" lIns="91400" tIns="45700" rIns="91400" bIns="45700" anchor="t" anchorCtr="0">
            <a:noAutofit/>
          </a:bodyPr>
          <a:lstStyle/>
          <a:p>
            <a:pPr marL="0" lvl="0" indent="0" algn="l" rtl="0">
              <a:spcBef>
                <a:spcPts val="0"/>
              </a:spcBef>
              <a:spcAft>
                <a:spcPts val="0"/>
              </a:spcAft>
              <a:buNone/>
            </a:pPr>
            <a:r>
              <a:rPr lang="en-US" sz="3500" dirty="0"/>
              <a:t>Federated Learning</a:t>
            </a:r>
          </a:p>
        </p:txBody>
      </p:sp>
      <p:sp>
        <p:nvSpPr>
          <p:cNvPr id="214" name="Google Shape;214;p36">
            <a:extLst>
              <a:ext uri="{FF2B5EF4-FFF2-40B4-BE49-F238E27FC236}">
                <a16:creationId xmlns:a16="http://schemas.microsoft.com/office/drawing/2014/main" id="{BFB6B925-1F15-CCBA-97DA-024173BC2FB0}"/>
              </a:ext>
            </a:extLst>
          </p:cNvPr>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13</a:t>
            </a:fld>
            <a:endParaRPr/>
          </a:p>
        </p:txBody>
      </p:sp>
      <p:sp>
        <p:nvSpPr>
          <p:cNvPr id="2" name="Rectangle: Rounded Corners 1">
            <a:extLst>
              <a:ext uri="{FF2B5EF4-FFF2-40B4-BE49-F238E27FC236}">
                <a16:creationId xmlns:a16="http://schemas.microsoft.com/office/drawing/2014/main" id="{CAA39327-DD93-55CE-F816-55DC97B5C3C1}"/>
              </a:ext>
            </a:extLst>
          </p:cNvPr>
          <p:cNvSpPr/>
          <p:nvPr/>
        </p:nvSpPr>
        <p:spPr>
          <a:xfrm>
            <a:off x="6614161" y="2320016"/>
            <a:ext cx="3474720" cy="896112"/>
          </a:xfrm>
          <a:prstGeom prst="roundRect">
            <a:avLst>
              <a:gd name="adj" fmla="val 26871"/>
            </a:avLst>
          </a:prstGeom>
          <a:no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dirty="0">
                <a:solidFill>
                  <a:schemeClr val="tx2"/>
                </a:solidFill>
                <a:latin typeface="+mj-lt"/>
              </a:rPr>
              <a:t>Data Collection</a:t>
            </a:r>
            <a:endParaRPr lang="en-SE" sz="2400" dirty="0">
              <a:solidFill>
                <a:schemeClr val="tx2"/>
              </a:solidFill>
              <a:latin typeface="+mj-lt"/>
            </a:endParaRPr>
          </a:p>
        </p:txBody>
      </p:sp>
      <p:sp>
        <p:nvSpPr>
          <p:cNvPr id="4" name="Rectangle: Rounded Corners 3">
            <a:extLst>
              <a:ext uri="{FF2B5EF4-FFF2-40B4-BE49-F238E27FC236}">
                <a16:creationId xmlns:a16="http://schemas.microsoft.com/office/drawing/2014/main" id="{3963ABB0-413C-FE9E-17D0-26523DABF571}"/>
              </a:ext>
            </a:extLst>
          </p:cNvPr>
          <p:cNvSpPr/>
          <p:nvPr/>
        </p:nvSpPr>
        <p:spPr>
          <a:xfrm>
            <a:off x="6614161" y="4582036"/>
            <a:ext cx="3474720" cy="896112"/>
          </a:xfrm>
          <a:prstGeom prst="roundRect">
            <a:avLst>
              <a:gd name="adj" fmla="val 26871"/>
            </a:avLst>
          </a:prstGeom>
          <a:solidFill>
            <a:schemeClr val="tx2"/>
          </a:solid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dirty="0">
                <a:solidFill>
                  <a:schemeClr val="bg1"/>
                </a:solidFill>
                <a:latin typeface="+mj-lt"/>
              </a:rPr>
              <a:t>Federated Learning</a:t>
            </a:r>
            <a:endParaRPr lang="en-SE" sz="2400" dirty="0">
              <a:solidFill>
                <a:schemeClr val="bg1"/>
              </a:solidFill>
              <a:latin typeface="+mj-lt"/>
            </a:endParaRPr>
          </a:p>
        </p:txBody>
      </p:sp>
      <p:cxnSp>
        <p:nvCxnSpPr>
          <p:cNvPr id="6" name="Straight Connector 5">
            <a:extLst>
              <a:ext uri="{FF2B5EF4-FFF2-40B4-BE49-F238E27FC236}">
                <a16:creationId xmlns:a16="http://schemas.microsoft.com/office/drawing/2014/main" id="{7B2B6C27-833C-0B96-FBAE-A6A83677C4ED}"/>
              </a:ext>
            </a:extLst>
          </p:cNvPr>
          <p:cNvCxnSpPr>
            <a:cxnSpLocks/>
            <a:stCxn id="2" idx="2"/>
            <a:endCxn id="3" idx="0"/>
          </p:cNvCxnSpPr>
          <p:nvPr/>
        </p:nvCxnSpPr>
        <p:spPr>
          <a:xfrm>
            <a:off x="8351521" y="3216128"/>
            <a:ext cx="0" cy="234898"/>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54A0CED-DCF1-A40D-1300-25256276D174}"/>
              </a:ext>
            </a:extLst>
          </p:cNvPr>
          <p:cNvCxnSpPr>
            <a:cxnSpLocks/>
            <a:stCxn id="3" idx="2"/>
            <a:endCxn id="4" idx="0"/>
          </p:cNvCxnSpPr>
          <p:nvPr/>
        </p:nvCxnSpPr>
        <p:spPr>
          <a:xfrm>
            <a:off x="8351521" y="4347138"/>
            <a:ext cx="0" cy="234898"/>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42EFAFD3-F36D-8462-AB17-0B2C3EBD181E}"/>
              </a:ext>
            </a:extLst>
          </p:cNvPr>
          <p:cNvSpPr/>
          <p:nvPr/>
        </p:nvSpPr>
        <p:spPr>
          <a:xfrm>
            <a:off x="6627050" y="1238616"/>
            <a:ext cx="3474720" cy="714770"/>
          </a:xfrm>
          <a:prstGeom prst="roundRect">
            <a:avLst>
              <a:gd name="adj" fmla="val 50000"/>
            </a:avLst>
          </a:prstGeom>
          <a:solidFill>
            <a:schemeClr val="lt1"/>
          </a:solidFill>
          <a:ln w="508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b="1" dirty="0">
                <a:solidFill>
                  <a:schemeClr val="tx2"/>
                </a:solidFill>
                <a:latin typeface="+mj-lt"/>
              </a:rPr>
              <a:t>CONTENTS</a:t>
            </a:r>
            <a:endParaRPr lang="en-SE" sz="2400" b="1" dirty="0">
              <a:solidFill>
                <a:schemeClr val="tx2"/>
              </a:solidFill>
              <a:latin typeface="+mj-lt"/>
            </a:endParaRPr>
          </a:p>
        </p:txBody>
      </p:sp>
      <p:sp>
        <p:nvSpPr>
          <p:cNvPr id="3" name="Rectangle: Rounded Corners 2">
            <a:extLst>
              <a:ext uri="{FF2B5EF4-FFF2-40B4-BE49-F238E27FC236}">
                <a16:creationId xmlns:a16="http://schemas.microsoft.com/office/drawing/2014/main" id="{6C52F621-F38B-A849-AFD0-344C2EB8BAF7}"/>
              </a:ext>
            </a:extLst>
          </p:cNvPr>
          <p:cNvSpPr/>
          <p:nvPr/>
        </p:nvSpPr>
        <p:spPr>
          <a:xfrm>
            <a:off x="6614161" y="3451026"/>
            <a:ext cx="3474720" cy="896112"/>
          </a:xfrm>
          <a:prstGeom prst="roundRect">
            <a:avLst>
              <a:gd name="adj" fmla="val 26871"/>
            </a:avLst>
          </a:prstGeom>
          <a:no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dirty="0">
                <a:solidFill>
                  <a:schemeClr val="tx2"/>
                </a:solidFill>
                <a:latin typeface="+mj-lt"/>
              </a:rPr>
              <a:t>On-device Training</a:t>
            </a:r>
            <a:endParaRPr lang="en-SE" sz="2400" dirty="0">
              <a:solidFill>
                <a:schemeClr val="tx2"/>
              </a:solidFill>
              <a:latin typeface="+mj-lt"/>
            </a:endParaRPr>
          </a:p>
        </p:txBody>
      </p:sp>
    </p:spTree>
    <p:extLst>
      <p:ext uri="{BB962C8B-B14F-4D97-AF65-F5344CB8AC3E}">
        <p14:creationId xmlns:p14="http://schemas.microsoft.com/office/powerpoint/2010/main" val="27368100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5"/>
        <p:cNvGrpSpPr/>
        <p:nvPr/>
      </p:nvGrpSpPr>
      <p:grpSpPr>
        <a:xfrm>
          <a:off x="0" y="0"/>
          <a:ext cx="0" cy="0"/>
          <a:chOff x="0" y="0"/>
          <a:chExt cx="0" cy="0"/>
        </a:xfrm>
      </p:grpSpPr>
      <p:sp>
        <p:nvSpPr>
          <p:cNvPr id="256" name="Google Shape;256;p41"/>
          <p:cNvSpPr txBox="1">
            <a:spLocks noGrp="1"/>
          </p:cNvSpPr>
          <p:nvPr>
            <p:ph type="title"/>
          </p:nvPr>
        </p:nvSpPr>
        <p:spPr>
          <a:xfrm>
            <a:off x="533062" y="182407"/>
            <a:ext cx="10325100" cy="831600"/>
          </a:xfrm>
          <a:prstGeom prst="rect">
            <a:avLst/>
          </a:prstGeom>
          <a:effectLst>
            <a:outerShdw blurRad="57150" dist="19050" dir="5400000" algn="bl" rotWithShape="0">
              <a:srgbClr val="000000">
                <a:alpha val="50000"/>
              </a:srgbClr>
            </a:outerShdw>
          </a:effectLst>
        </p:spPr>
        <p:txBody>
          <a:bodyPr spcFirstLastPara="1" wrap="square" lIns="216000" tIns="108000" rIns="216000" bIns="108000" anchor="t" anchorCtr="0">
            <a:noAutofit/>
          </a:bodyPr>
          <a:lstStyle/>
          <a:p>
            <a:pPr marL="0" lvl="0" indent="0" algn="l" rtl="0">
              <a:spcBef>
                <a:spcPts val="0"/>
              </a:spcBef>
              <a:spcAft>
                <a:spcPts val="1598"/>
              </a:spcAft>
              <a:buNone/>
            </a:pPr>
            <a:r>
              <a:rPr lang="en">
                <a:solidFill>
                  <a:schemeClr val="lt1"/>
                </a:solidFill>
              </a:rPr>
              <a:t>Questions?</a:t>
            </a:r>
            <a:endParaRPr>
              <a:solidFill>
                <a:schemeClr val="lt1"/>
              </a:solidFill>
            </a:endParaRPr>
          </a:p>
        </p:txBody>
      </p:sp>
      <p:sp>
        <p:nvSpPr>
          <p:cNvPr id="257" name="Google Shape;257;p41"/>
          <p:cNvSpPr txBox="1"/>
          <p:nvPr/>
        </p:nvSpPr>
        <p:spPr>
          <a:xfrm>
            <a:off x="50" y="5115300"/>
            <a:ext cx="12192000" cy="1011000"/>
          </a:xfrm>
          <a:prstGeom prst="rect">
            <a:avLst/>
          </a:prstGeom>
          <a:solidFill>
            <a:srgbClr val="000000">
              <a:alpha val="652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6000">
                <a:solidFill>
                  <a:srgbClr val="FFFFFF"/>
                </a:solidFill>
                <a:latin typeface="Anton"/>
                <a:ea typeface="Anton"/>
                <a:cs typeface="Anton"/>
                <a:sym typeface="Anton"/>
              </a:rPr>
              <a:t>Thank you!</a:t>
            </a:r>
            <a:endParaRPr sz="6000">
              <a:solidFill>
                <a:srgbClr val="FFFFFF"/>
              </a:solidFill>
              <a:latin typeface="Anton"/>
              <a:ea typeface="Anton"/>
              <a:cs typeface="Anton"/>
              <a:sym typeface="Anton"/>
            </a:endParaRPr>
          </a:p>
        </p:txBody>
      </p:sp>
      <p:sp>
        <p:nvSpPr>
          <p:cNvPr id="258" name="Google Shape;258;p41"/>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14</a:t>
            </a:fld>
            <a:endParaRPr/>
          </a:p>
        </p:txBody>
      </p:sp>
    </p:spTree>
  </p:cSld>
  <p:clrMapOvr>
    <a:masterClrMapping/>
  </p:clrMapOvr>
</p:sld>
</file>

<file path=ppt/theme/theme1.xml><?xml version="1.0" encoding="utf-8"?>
<a:theme xmlns:a="http://schemas.openxmlformats.org/drawingml/2006/main" name="Thème Office">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hème Office">
  <a:themeElements>
    <a:clrScheme name="Bureau">
      <a:dk1>
        <a:srgbClr val="000000"/>
      </a:dk1>
      <a:lt1>
        <a:srgbClr val="FFFFFF"/>
      </a:lt1>
      <a:dk2>
        <a:srgbClr val="000080"/>
      </a:dk2>
      <a:lt2>
        <a:srgbClr val="9C6114"/>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Bureau">
      <a:dk1>
        <a:srgbClr val="000000"/>
      </a:dk1>
      <a:lt1>
        <a:srgbClr val="FFFFFF"/>
      </a:lt1>
      <a:dk2>
        <a:srgbClr val="1F497D"/>
      </a:dk2>
      <a:lt2>
        <a:srgbClr val="D9EAD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Bureau">
      <a:dk1>
        <a:srgbClr val="000000"/>
      </a:dk1>
      <a:lt1>
        <a:srgbClr val="FFFFFF"/>
      </a:lt1>
      <a:dk2>
        <a:srgbClr val="1F497D"/>
      </a:dk2>
      <a:lt2>
        <a:srgbClr val="9C6114"/>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Larissa-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TotalTime>
  <Words>503</Words>
  <Application>Microsoft Office PowerPoint</Application>
  <PresentationFormat>Widescreen</PresentationFormat>
  <Paragraphs>207</Paragraphs>
  <Slides>14</Slides>
  <Notes>10</Notes>
  <HiddenSlides>1</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14</vt:i4>
      </vt:variant>
    </vt:vector>
  </HeadingPairs>
  <TitlesOfParts>
    <vt:vector size="26" baseType="lpstr">
      <vt:lpstr>Anton</vt:lpstr>
      <vt:lpstr>Arial Narrow</vt:lpstr>
      <vt:lpstr>Arial</vt:lpstr>
      <vt:lpstr>Calibri</vt:lpstr>
      <vt:lpstr>Verdana</vt:lpstr>
      <vt:lpstr>Noto Sans Symbols</vt:lpstr>
      <vt:lpstr>Merriweather Sans</vt:lpstr>
      <vt:lpstr>Helvetica Neue</vt:lpstr>
      <vt:lpstr>Thème Office</vt:lpstr>
      <vt:lpstr>1_Thème Office</vt:lpstr>
      <vt:lpstr>Thème Office</vt:lpstr>
      <vt:lpstr>Thème Office</vt:lpstr>
      <vt:lpstr>On-Device Binary Classification with Federated Learning using the STM32 </vt:lpstr>
      <vt:lpstr>Data Collection</vt:lpstr>
      <vt:lpstr>Dataset - acoustic dataset of brushless DC motors</vt:lpstr>
      <vt:lpstr>Fourier Transform</vt:lpstr>
      <vt:lpstr>Dataset - Overview</vt:lpstr>
      <vt:lpstr>On-device Training</vt:lpstr>
      <vt:lpstr>UART Communication</vt:lpstr>
      <vt:lpstr>UART Protocal</vt:lpstr>
      <vt:lpstr>Process and Flash</vt:lpstr>
      <vt:lpstr>Model – Binary Forward-Forward</vt:lpstr>
      <vt:lpstr>Results</vt:lpstr>
      <vt:lpstr>Results</vt:lpstr>
      <vt:lpstr>Federated Learning</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Yingshuo Xi</cp:lastModifiedBy>
  <cp:revision>20</cp:revision>
  <dcterms:modified xsi:type="dcterms:W3CDTF">2026-03-23T09:07:23Z</dcterms:modified>
</cp:coreProperties>
</file>